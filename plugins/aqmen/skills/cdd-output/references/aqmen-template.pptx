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9" r:id="rId2"/>
    <p:sldMasterId id="2147483684" r:id="rId3"/>
    <p:sldMasterId id="2147483702" r:id="rId4"/>
    <p:sldMasterId id="2147483717" r:id="rId5"/>
  </p:sldMasterIdLst>
  <p:notesMasterIdLst>
    <p:notesMasterId r:id="rId57"/>
  </p:notesMasterIdLst>
  <p:sldIdLst/>
  <p:sldSz cx="12192000" cy="6858000"/>
  <p:notesSz cx="6858000" cy="9144000"/>
  <p:custDataLst>
    <p:tags r:id="rId5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9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B1CF"/>
    <a:srgbClr val="C00000"/>
    <a:srgbClr val="7D97F9"/>
    <a:srgbClr val="D7D8FE"/>
    <a:srgbClr val="D7D7FE"/>
    <a:srgbClr val="696969"/>
    <a:srgbClr val="BECBFC"/>
    <a:srgbClr val="9D9D9D"/>
    <a:srgbClr val="03045E"/>
    <a:srgbClr val="8427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1" autoAdjust="0"/>
    <p:restoredTop sz="95868" autoAdjust="0"/>
  </p:normalViewPr>
  <p:slideViewPr>
    <p:cSldViewPr snapToGrid="0">
      <p:cViewPr varScale="1">
        <p:scale>
          <a:sx n="136" d="100"/>
          <a:sy n="136" d="100"/>
        </p:scale>
        <p:origin x="156" y="408"/>
      </p:cViewPr>
      <p:guideLst>
        <p:guide orient="horz" pos="1389"/>
        <p:guide pos="3817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54" d="100"/>
        <a:sy n="154" d="100"/>
      </p:scale>
      <p:origin x="0" y="-93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57" Type="http://schemas.openxmlformats.org/officeDocument/2006/relationships/notesMaster" Target="notesMasters/notesMaster1.xml"/><Relationship Id="rId58" Type="http://schemas.openxmlformats.org/officeDocument/2006/relationships/tags" Target="tags/tag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99FEB8-75B6-1B40-8E23-23788230C60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E9973-E7D4-954B-A0AB-B7AB7B8CE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35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7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1.emf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2.emf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3.emf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4.emf"/><Relationship Id="rId5" Type="http://schemas.openxmlformats.org/officeDocument/2006/relationships/image" Target="../media/image6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5.emf"/><Relationship Id="rId5" Type="http://schemas.openxmlformats.org/officeDocument/2006/relationships/image" Target="../media/image7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Relationship Id="rId5" Type="http://schemas.openxmlformats.org/officeDocument/2006/relationships/image" Target="../media/image7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6.emf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7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8.emf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9.emf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20.emf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21.emf"/><Relationship Id="rId5" Type="http://schemas.openxmlformats.org/officeDocument/2006/relationships/image" Target="../media/image8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22.emf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23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5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7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0D8638AE-463A-A8EE-7837-A4EE94AC30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3" name="Picture 12" descr="A green letter on a black background&#10;&#10;Description automatically generated">
            <a:extLst>
              <a:ext uri="{FF2B5EF4-FFF2-40B4-BE49-F238E27FC236}">
                <a16:creationId xmlns:a16="http://schemas.microsoft.com/office/drawing/2014/main" id="{71510E90-4B3E-D260-FCE1-7526C947EF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05494" y="2520462"/>
            <a:ext cx="4193444" cy="117230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3A365A0-5E72-42BB-3595-B6FAF727BD41}"/>
              </a:ext>
            </a:extLst>
          </p:cNvPr>
          <p:cNvSpPr txBox="1"/>
          <p:nvPr userDrawn="1"/>
        </p:nvSpPr>
        <p:spPr>
          <a:xfrm>
            <a:off x="4808628" y="5392615"/>
            <a:ext cx="2574744" cy="876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bg1"/>
                </a:solidFill>
                <a:latin typeface="Montserrat Medium" pitchFamily="2" charset="77"/>
              </a:rPr>
              <a:t>Discussion Materials</a:t>
            </a:r>
          </a:p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accent4"/>
                </a:solidFill>
                <a:latin typeface="Montserrat Medium" pitchFamily="2" charset="77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104417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ight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DE307ACC-4B66-6043-04F8-ACA680A9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8879"/>
            <a:ext cx="12192000" cy="6858000"/>
          </a:xfrm>
          <a:prstGeom prst="rect">
            <a:avLst/>
          </a:prstGeom>
        </p:spPr>
      </p:pic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301823DD-6873-F6E9-00BE-3CAC6A373C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05494" y="2520462"/>
            <a:ext cx="4193445" cy="117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6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ark Gr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1C32EC14-F150-CA42-4C37-8D10FD3A16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3" name="Picture 12" descr="A green letter on a black background&#10;&#10;Description automatically generated">
            <a:extLst>
              <a:ext uri="{FF2B5EF4-FFF2-40B4-BE49-F238E27FC236}">
                <a16:creationId xmlns:a16="http://schemas.microsoft.com/office/drawing/2014/main" id="{71510E90-4B3E-D260-FCE1-7526C947EF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05494" y="2520462"/>
            <a:ext cx="4193444" cy="11723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6D1B6D-CB3C-9636-EC5D-D7188433669A}"/>
              </a:ext>
            </a:extLst>
          </p:cNvPr>
          <p:cNvSpPr txBox="1"/>
          <p:nvPr userDrawn="1"/>
        </p:nvSpPr>
        <p:spPr>
          <a:xfrm>
            <a:off x="4808628" y="5392615"/>
            <a:ext cx="2574744" cy="876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bg1"/>
                </a:solidFill>
                <a:latin typeface="Montserrat Medium" pitchFamily="2" charset="77"/>
              </a:rPr>
              <a:t>Discussion Materials</a:t>
            </a:r>
          </a:p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accent4"/>
                </a:solidFill>
                <a:latin typeface="Montserrat Medium" pitchFamily="2" charset="77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1461102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Oran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1908DF1E-3C20-4455-1352-DA5E1B3363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F7EE05A8-6A6A-149C-B228-EF71A7CD06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05494" y="2520462"/>
            <a:ext cx="4193445" cy="11723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1F8D44-69A1-C0CF-7FEC-8223A09D9CB5}"/>
              </a:ext>
            </a:extLst>
          </p:cNvPr>
          <p:cNvSpPr txBox="1"/>
          <p:nvPr userDrawn="1"/>
        </p:nvSpPr>
        <p:spPr>
          <a:xfrm>
            <a:off x="4808628" y="5392615"/>
            <a:ext cx="2574744" cy="876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bg1"/>
                </a:solidFill>
                <a:latin typeface="Montserrat Medium" pitchFamily="2" charset="77"/>
              </a:rPr>
              <a:t>Discussion Materials</a:t>
            </a:r>
          </a:p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accent4"/>
                </a:solidFill>
                <a:latin typeface="Montserrat Medium" pitchFamily="2" charset="77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2891592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288B661F-2FC3-606A-9F14-A083CD47EF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44" y="687433"/>
            <a:ext cx="1312985" cy="3419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38900"/>
            <a:ext cx="5264150" cy="2780200"/>
          </a:xfrm>
          <a:prstGeom prst="rect">
            <a:avLst/>
          </a:prstGeom>
        </p:spPr>
        <p:txBody>
          <a:bodyPr anchor="t"/>
          <a:lstStyle>
            <a:lvl1pPr algn="l">
              <a:defRPr sz="45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127398"/>
            <a:ext cx="5979258" cy="653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62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235" y="527260"/>
            <a:ext cx="5264150" cy="1390100"/>
          </a:xfrm>
          <a:prstGeom prst="rect">
            <a:avLst/>
          </a:prstGeom>
        </p:spPr>
        <p:txBody>
          <a:bodyPr anchor="t"/>
          <a:lstStyle>
            <a:lvl1pPr algn="l">
              <a:defRPr sz="4500" b="1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3235" y="2273510"/>
            <a:ext cx="5979258" cy="653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Sub-Header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461BA9-05EB-774D-5922-811FD3EBC4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73235" y="3375479"/>
            <a:ext cx="5979258" cy="653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chemeClr val="accent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72E8FBD6-09CD-1FB1-AF50-B88BB336BE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2613" y="6408536"/>
            <a:ext cx="774233" cy="20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48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ntr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BAECEF3-8A31-F0A0-41BB-2389A909F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36722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04" imgH="405" progId="TCLayout.ActiveDocument.1">
                  <p:embed/>
                </p:oleObj>
              </mc:Choice>
              <mc:Fallback>
                <p:oleObj name="think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BAECEF3-8A31-F0A0-41BB-2389A909F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589405"/>
            <a:ext cx="10944225" cy="42473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 algn="l">
              <a:defRPr sz="2400" b="1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3889" y="1073553"/>
            <a:ext cx="10944224" cy="341632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buNone/>
              <a:defRPr sz="1800" b="1" i="0">
                <a:solidFill>
                  <a:schemeClr val="accent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Sub-Header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461BA9-05EB-774D-5922-811FD3EBC4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23888" y="1884030"/>
            <a:ext cx="5979258" cy="653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chemeClr val="accent6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D62C8F83-405B-E651-AB8B-F53D6742D3A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1634788" y="6402739"/>
            <a:ext cx="501380" cy="2566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 b="1" i="0">
                <a:solidFill>
                  <a:schemeClr val="accent6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fld id="{211DE89C-C9D0-41D9-8FAD-742885978541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1FB26F8-8AAF-5801-CB64-2F35B86B933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2613" y="6408536"/>
            <a:ext cx="774233" cy="20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8822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640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91" y="1635091"/>
            <a:ext cx="2754795" cy="1793909"/>
          </a:xfrm>
          <a:prstGeom prst="rect">
            <a:avLst/>
          </a:prstGeom>
        </p:spPr>
        <p:txBody>
          <a:bodyPr anchor="t"/>
          <a:lstStyle>
            <a:lvl1pPr algn="l">
              <a:defRPr sz="30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2691" y="3609581"/>
            <a:ext cx="2961623" cy="6533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Sub-Header styles</a:t>
            </a:r>
          </a:p>
        </p:txBody>
      </p:sp>
      <p:pic>
        <p:nvPicPr>
          <p:cNvPr id="7" name="Picture 6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E9853D0-8837-334E-265E-3CB1D1E36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FE3647-A91E-65F2-CD25-90C4F54F95E2}"/>
              </a:ext>
            </a:extLst>
          </p:cNvPr>
          <p:cNvSpPr/>
          <p:nvPr userDrawn="1"/>
        </p:nvSpPr>
        <p:spPr>
          <a:xfrm>
            <a:off x="3614057" y="0"/>
            <a:ext cx="857794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dirty="0"/>
          </a:p>
        </p:txBody>
      </p:sp>
      <p:pic>
        <p:nvPicPr>
          <p:cNvPr id="8" name="Picture 7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673971D4-63F8-0263-B29F-FB034BF53D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0" y="687433"/>
            <a:ext cx="1312985" cy="341982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04DEDBA-E2F6-A0DE-81F2-E9419615B00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1634788" y="6402739"/>
            <a:ext cx="501380" cy="2566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 b="1" i="0">
                <a:solidFill>
                  <a:schemeClr val="accent6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fld id="{211DE89C-C9D0-41D9-8FAD-7428859785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704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 P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F533B19-AB70-1F43-9C29-3FFF83DB6F1E}"/>
              </a:ext>
            </a:extLst>
          </p:cNvPr>
          <p:cNvSpPr txBox="1"/>
          <p:nvPr userDrawn="1"/>
        </p:nvSpPr>
        <p:spPr>
          <a:xfrm>
            <a:off x="4431122" y="2464481"/>
            <a:ext cx="3329759" cy="1116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0" i="0" dirty="0">
                <a:solidFill>
                  <a:schemeClr val="bg1"/>
                </a:solidFill>
                <a:latin typeface="Montserrat Medium" pitchFamily="2" charset="77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037220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dvisor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91" y="1635091"/>
            <a:ext cx="2754795" cy="1793909"/>
          </a:xfrm>
          <a:prstGeom prst="rect">
            <a:avLst/>
          </a:prstGeom>
        </p:spPr>
        <p:txBody>
          <a:bodyPr anchor="t"/>
          <a:lstStyle>
            <a:lvl1pPr algn="l">
              <a:defRPr sz="30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2691" y="3609581"/>
            <a:ext cx="2961623" cy="6533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Sub-Header styles</a:t>
            </a:r>
          </a:p>
        </p:txBody>
      </p:sp>
      <p:pic>
        <p:nvPicPr>
          <p:cNvPr id="7" name="Picture 6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E9853D0-8837-334E-265E-3CB1D1E36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461BA9-05EB-774D-5922-811FD3EBC4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744319" y="599370"/>
            <a:ext cx="4842119" cy="5714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673971D4-63F8-0263-B29F-FB034BF53D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0" y="687433"/>
            <a:ext cx="1312985" cy="34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76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 Break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4985" y="586870"/>
            <a:ext cx="4384919" cy="1793909"/>
          </a:xfrm>
          <a:prstGeom prst="rect">
            <a:avLst/>
          </a:prstGeom>
        </p:spPr>
        <p:txBody>
          <a:bodyPr anchor="t"/>
          <a:lstStyle>
            <a:lvl1pPr algn="l">
              <a:defRPr sz="40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E9853D0-8837-334E-265E-3CB1D1E36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FE3647-A91E-65F2-CD25-90C4F54F95E2}"/>
              </a:ext>
            </a:extLst>
          </p:cNvPr>
          <p:cNvSpPr/>
          <p:nvPr userDrawn="1"/>
        </p:nvSpPr>
        <p:spPr>
          <a:xfrm>
            <a:off x="0" y="0"/>
            <a:ext cx="507609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EF0848B8-FFFD-0F4B-1E93-00C07B48FD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340" y="687433"/>
            <a:ext cx="1312985" cy="341982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E131CC4-E1FC-3BD4-676E-2A99E565BEE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7698" y="2631831"/>
            <a:ext cx="4842119" cy="6887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Montserrat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51035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0913-3C06-4355-D99E-A6FDB75A0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4475C-B5B5-B49F-20E1-766AC5399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Montserrat" pitchFamily="2" charset="77"/>
              </a:defRPr>
            </a:lvl1pPr>
            <a:lvl2pPr>
              <a:defRPr b="1" i="0">
                <a:latin typeface="Montserrat" pitchFamily="2" charset="77"/>
              </a:defRPr>
            </a:lvl2pPr>
            <a:lvl3pPr>
              <a:defRPr b="1" i="0">
                <a:latin typeface="Montserrat" pitchFamily="2" charset="77"/>
              </a:defRPr>
            </a:lvl3pPr>
            <a:lvl4pPr>
              <a:defRPr b="1" i="0">
                <a:latin typeface="Montserrat" pitchFamily="2" charset="77"/>
              </a:defRPr>
            </a:lvl4pPr>
            <a:lvl5pPr>
              <a:defRPr b="1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32625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5A63D-86DF-18CB-0EF8-6E00534FB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10CDF-23F4-32CD-75EB-5CA32029A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73111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4"/>
                </a:solidFill>
                <a:latin typeface="Montserrat SemiBold" pitchFamily="2" charset="77"/>
              </a:defRPr>
            </a:lvl1pPr>
            <a:lvl2pPr>
              <a:defRPr b="1" i="0">
                <a:latin typeface="Montserrat" pitchFamily="2" charset="77"/>
              </a:defRPr>
            </a:lvl2pPr>
            <a:lvl3pPr>
              <a:defRPr b="1" i="0">
                <a:latin typeface="Montserrat" pitchFamily="2" charset="77"/>
              </a:defRPr>
            </a:lvl3pPr>
            <a:lvl4pPr>
              <a:defRPr b="1" i="0">
                <a:latin typeface="Montserrat" pitchFamily="2" charset="77"/>
              </a:defRPr>
            </a:lvl4pPr>
            <a:lvl5pPr>
              <a:defRPr b="1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3F846-AACE-650A-4D35-586268C05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3111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4"/>
                </a:solidFill>
                <a:latin typeface="Montserrat SemiBold" pitchFamily="2" charset="77"/>
              </a:defRPr>
            </a:lvl1pPr>
            <a:lvl2pPr>
              <a:defRPr b="1" i="0">
                <a:latin typeface="Montserrat" pitchFamily="2" charset="77"/>
              </a:defRPr>
            </a:lvl2pPr>
            <a:lvl3pPr>
              <a:defRPr b="1" i="0">
                <a:latin typeface="Montserrat" pitchFamily="2" charset="77"/>
              </a:defRPr>
            </a:lvl3pPr>
            <a:lvl4pPr>
              <a:defRPr b="1" i="0">
                <a:latin typeface="Montserrat" pitchFamily="2" charset="77"/>
              </a:defRPr>
            </a:lvl4pPr>
            <a:lvl5pPr>
              <a:defRPr b="1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green letter on a black background&#10;&#10;Description automatically generated">
            <a:extLst>
              <a:ext uri="{FF2B5EF4-FFF2-40B4-BE49-F238E27FC236}">
                <a16:creationId xmlns:a16="http://schemas.microsoft.com/office/drawing/2014/main" id="{B5B4519B-342E-C75C-7A78-5D5518B5FD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808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2C068-F848-DB80-39CD-A192D4096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t"/>
          <a:lstStyle>
            <a:lvl1pPr>
              <a:defRPr sz="3200" b="1" i="0"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55C82-3930-9DFD-3708-D0C6C5C22A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457200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 b="1" i="0">
                <a:latin typeface="Montserrat" pitchFamily="2" charset="77"/>
              </a:defRPr>
            </a:lvl1pPr>
            <a:lvl2pPr>
              <a:defRPr sz="2800" b="1" i="0">
                <a:latin typeface="Montserrat" pitchFamily="2" charset="77"/>
              </a:defRPr>
            </a:lvl2pPr>
            <a:lvl3pPr>
              <a:defRPr sz="2400" b="1" i="0">
                <a:latin typeface="Montserrat" pitchFamily="2" charset="77"/>
              </a:defRPr>
            </a:lvl3pPr>
            <a:lvl4pPr>
              <a:defRPr sz="2000" b="1" i="0">
                <a:latin typeface="Montserrat" pitchFamily="2" charset="77"/>
              </a:defRPr>
            </a:lvl4pPr>
            <a:lvl5pPr>
              <a:defRPr sz="2000" b="1" i="0">
                <a:latin typeface="Montserrat" pitchFamily="2" charset="7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3DD86-4A0B-BCB6-8EB1-705944697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Montserrat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23823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0D8638AE-463A-A8EE-7837-A4EE94AC30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3" name="Picture 12" descr="A green letter on a black background&#10;&#10;Description automatically generated">
            <a:extLst>
              <a:ext uri="{FF2B5EF4-FFF2-40B4-BE49-F238E27FC236}">
                <a16:creationId xmlns:a16="http://schemas.microsoft.com/office/drawing/2014/main" id="{71510E90-4B3E-D260-FCE1-7526C947EF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05494" y="2520462"/>
            <a:ext cx="4193444" cy="117230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3A365A0-5E72-42BB-3595-B6FAF727BD41}"/>
              </a:ext>
            </a:extLst>
          </p:cNvPr>
          <p:cNvSpPr txBox="1"/>
          <p:nvPr userDrawn="1"/>
        </p:nvSpPr>
        <p:spPr>
          <a:xfrm>
            <a:off x="4808628" y="5392615"/>
            <a:ext cx="2574744" cy="876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bg1"/>
                </a:solidFill>
                <a:latin typeface="Montserrat Medium" pitchFamily="2" charset="77"/>
              </a:rPr>
              <a:t>Discussion Materials</a:t>
            </a:r>
          </a:p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accent4"/>
                </a:solidFill>
                <a:latin typeface="Montserrat Medium" pitchFamily="2" charset="77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4262944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ight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DE307ACC-4B66-6043-04F8-ACA680A9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8879"/>
            <a:ext cx="12192000" cy="6858000"/>
          </a:xfrm>
          <a:prstGeom prst="rect">
            <a:avLst/>
          </a:prstGeom>
        </p:spPr>
      </p:pic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301823DD-6873-F6E9-00BE-3CAC6A373C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05494" y="2520462"/>
            <a:ext cx="4193445" cy="117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839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ark Gr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1C32EC14-F150-CA42-4C37-8D10FD3A16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3" name="Picture 12" descr="A green letter on a black background&#10;&#10;Description automatically generated">
            <a:extLst>
              <a:ext uri="{FF2B5EF4-FFF2-40B4-BE49-F238E27FC236}">
                <a16:creationId xmlns:a16="http://schemas.microsoft.com/office/drawing/2014/main" id="{71510E90-4B3E-D260-FCE1-7526C947EF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05494" y="2520462"/>
            <a:ext cx="4193444" cy="11723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6D1B6D-CB3C-9636-EC5D-D7188433669A}"/>
              </a:ext>
            </a:extLst>
          </p:cNvPr>
          <p:cNvSpPr txBox="1"/>
          <p:nvPr userDrawn="1"/>
        </p:nvSpPr>
        <p:spPr>
          <a:xfrm>
            <a:off x="4808628" y="5392615"/>
            <a:ext cx="2574744" cy="876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bg1"/>
                </a:solidFill>
                <a:latin typeface="Montserrat Medium" pitchFamily="2" charset="77"/>
              </a:rPr>
              <a:t>Discussion Materials</a:t>
            </a:r>
          </a:p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accent4"/>
                </a:solidFill>
                <a:latin typeface="Montserrat Medium" pitchFamily="2" charset="77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5518851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Oran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1908DF1E-3C20-4455-1352-DA5E1B3363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F7EE05A8-6A6A-149C-B228-EF71A7CD06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05494" y="2520462"/>
            <a:ext cx="4193445" cy="11723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1F8D44-69A1-C0CF-7FEC-8223A09D9CB5}"/>
              </a:ext>
            </a:extLst>
          </p:cNvPr>
          <p:cNvSpPr txBox="1"/>
          <p:nvPr userDrawn="1"/>
        </p:nvSpPr>
        <p:spPr>
          <a:xfrm>
            <a:off x="4808628" y="5392615"/>
            <a:ext cx="2574744" cy="876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bg1"/>
                </a:solidFill>
                <a:latin typeface="Montserrat Medium" pitchFamily="2" charset="77"/>
              </a:rPr>
              <a:t>Discussion Materials</a:t>
            </a:r>
          </a:p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accent4"/>
                </a:solidFill>
                <a:latin typeface="Montserrat Medium" pitchFamily="2" charset="77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41078070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288B661F-2FC3-606A-9F14-A083CD47EF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44" y="687433"/>
            <a:ext cx="1312985" cy="3419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38900"/>
            <a:ext cx="5264150" cy="2780200"/>
          </a:xfrm>
          <a:prstGeom prst="rect">
            <a:avLst/>
          </a:prstGeom>
        </p:spPr>
        <p:txBody>
          <a:bodyPr anchor="t"/>
          <a:lstStyle>
            <a:lvl1pPr algn="l">
              <a:defRPr sz="45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127398"/>
            <a:ext cx="5979258" cy="653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0430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235" y="527260"/>
            <a:ext cx="5264150" cy="1390100"/>
          </a:xfrm>
          <a:prstGeom prst="rect">
            <a:avLst/>
          </a:prstGeom>
        </p:spPr>
        <p:txBody>
          <a:bodyPr anchor="t"/>
          <a:lstStyle>
            <a:lvl1pPr algn="l">
              <a:defRPr sz="4500" b="1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3235" y="2273510"/>
            <a:ext cx="5979258" cy="653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Sub-Header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461BA9-05EB-774D-5922-811FD3EBC4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73235" y="3375479"/>
            <a:ext cx="5979258" cy="653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chemeClr val="accent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E9853D0-8837-334E-265E-3CB1D1E36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50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ntr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BAECEF3-8A31-F0A0-41BB-2389A909F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36722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04" imgH="405" progId="TCLayout.ActiveDocument.1">
                  <p:embed/>
                </p:oleObj>
              </mc:Choice>
              <mc:Fallback>
                <p:oleObj name="think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BAECEF3-8A31-F0A0-41BB-2389A909F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589405"/>
            <a:ext cx="10944225" cy="42473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 algn="l">
              <a:defRPr sz="2400" b="1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3889" y="1073553"/>
            <a:ext cx="10944224" cy="341632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buNone/>
              <a:defRPr sz="1800" b="1" i="0">
                <a:solidFill>
                  <a:schemeClr val="accent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Sub-Header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461BA9-05EB-774D-5922-811FD3EBC4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23888" y="1884030"/>
            <a:ext cx="5979258" cy="653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chemeClr val="accent6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E9853D0-8837-334E-265E-3CB1D1E36E6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2613" y="6408536"/>
            <a:ext cx="774233" cy="201657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D62C8F83-405B-E651-AB8B-F53D6742D3A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1634788" y="6402739"/>
            <a:ext cx="501380" cy="2566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 b="1" i="0">
                <a:solidFill>
                  <a:schemeClr val="accent6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fld id="{211DE89C-C9D0-41D9-8FAD-7428859785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41680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640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4133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91" y="1635091"/>
            <a:ext cx="2754795" cy="1793909"/>
          </a:xfrm>
          <a:prstGeom prst="rect">
            <a:avLst/>
          </a:prstGeom>
        </p:spPr>
        <p:txBody>
          <a:bodyPr anchor="t"/>
          <a:lstStyle>
            <a:lvl1pPr algn="l">
              <a:defRPr sz="30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2691" y="3609581"/>
            <a:ext cx="2961623" cy="6533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Sub-Header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E3647-A91E-65F2-CD25-90C4F54F95E2}"/>
              </a:ext>
            </a:extLst>
          </p:cNvPr>
          <p:cNvSpPr/>
          <p:nvPr userDrawn="1"/>
        </p:nvSpPr>
        <p:spPr>
          <a:xfrm>
            <a:off x="3614057" y="0"/>
            <a:ext cx="857794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461BA9-05EB-774D-5922-811FD3EBC4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744319" y="599370"/>
            <a:ext cx="4842119" cy="5714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chemeClr val="tx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673971D4-63F8-0263-B29F-FB034BF53D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0" y="6431179"/>
            <a:ext cx="774011" cy="20160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2F5B501-F6E0-58AA-84E2-4FC86052964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1634788" y="6402739"/>
            <a:ext cx="501380" cy="2566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 b="1" i="0">
                <a:solidFill>
                  <a:schemeClr val="accent6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fld id="{211DE89C-C9D0-41D9-8FAD-7428859785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71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 P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F533B19-AB70-1F43-9C29-3FFF83DB6F1E}"/>
              </a:ext>
            </a:extLst>
          </p:cNvPr>
          <p:cNvSpPr txBox="1"/>
          <p:nvPr userDrawn="1"/>
        </p:nvSpPr>
        <p:spPr>
          <a:xfrm>
            <a:off x="4431122" y="2464481"/>
            <a:ext cx="3329759" cy="1116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0" i="0" dirty="0">
                <a:solidFill>
                  <a:schemeClr val="bg1"/>
                </a:solidFill>
                <a:latin typeface="Montserrat Medium" pitchFamily="2" charset="77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963579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dvisor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91" y="1635091"/>
            <a:ext cx="2754795" cy="1793909"/>
          </a:xfrm>
          <a:prstGeom prst="rect">
            <a:avLst/>
          </a:prstGeom>
        </p:spPr>
        <p:txBody>
          <a:bodyPr anchor="t"/>
          <a:lstStyle>
            <a:lvl1pPr algn="l">
              <a:defRPr sz="30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2691" y="3609581"/>
            <a:ext cx="2961623" cy="6533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Sub-Header styles</a:t>
            </a:r>
          </a:p>
        </p:txBody>
      </p:sp>
      <p:pic>
        <p:nvPicPr>
          <p:cNvPr id="7" name="Picture 6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E9853D0-8837-334E-265E-3CB1D1E36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461BA9-05EB-774D-5922-811FD3EBC4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744319" y="599370"/>
            <a:ext cx="4842119" cy="5714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673971D4-63F8-0263-B29F-FB034BF53D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0" y="687433"/>
            <a:ext cx="1312985" cy="34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6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 Break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4985" y="586870"/>
            <a:ext cx="4384919" cy="1793909"/>
          </a:xfrm>
          <a:prstGeom prst="rect">
            <a:avLst/>
          </a:prstGeom>
        </p:spPr>
        <p:txBody>
          <a:bodyPr anchor="t"/>
          <a:lstStyle>
            <a:lvl1pPr algn="l">
              <a:defRPr sz="40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E9853D0-8837-334E-265E-3CB1D1E36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FE3647-A91E-65F2-CD25-90C4F54F95E2}"/>
              </a:ext>
            </a:extLst>
          </p:cNvPr>
          <p:cNvSpPr/>
          <p:nvPr userDrawn="1"/>
        </p:nvSpPr>
        <p:spPr>
          <a:xfrm>
            <a:off x="0" y="0"/>
            <a:ext cx="507609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EF0848B8-FFFD-0F4B-1E93-00C07B48FD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340" y="687433"/>
            <a:ext cx="1312985" cy="341982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E131CC4-E1FC-3BD4-676E-2A99E565BEE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7698" y="2631831"/>
            <a:ext cx="4842119" cy="6887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Montserrat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4900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0913-3C06-4355-D99E-A6FDB75A0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4475C-B5B5-B49F-20E1-766AC5399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Montserrat" pitchFamily="2" charset="77"/>
              </a:defRPr>
            </a:lvl1pPr>
            <a:lvl2pPr>
              <a:defRPr b="1" i="0">
                <a:latin typeface="Montserrat" pitchFamily="2" charset="77"/>
              </a:defRPr>
            </a:lvl2pPr>
            <a:lvl3pPr>
              <a:defRPr b="1" i="0">
                <a:latin typeface="Montserrat" pitchFamily="2" charset="77"/>
              </a:defRPr>
            </a:lvl3pPr>
            <a:lvl4pPr>
              <a:defRPr b="1" i="0">
                <a:latin typeface="Montserrat" pitchFamily="2" charset="77"/>
              </a:defRPr>
            </a:lvl4pPr>
            <a:lvl5pPr>
              <a:defRPr b="1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6395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5A63D-86DF-18CB-0EF8-6E00534FB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10CDF-23F4-32CD-75EB-5CA32029A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73111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4"/>
                </a:solidFill>
                <a:latin typeface="Montserrat SemiBold" pitchFamily="2" charset="77"/>
              </a:defRPr>
            </a:lvl1pPr>
            <a:lvl2pPr>
              <a:defRPr b="1" i="0">
                <a:latin typeface="Montserrat" pitchFamily="2" charset="77"/>
              </a:defRPr>
            </a:lvl2pPr>
            <a:lvl3pPr>
              <a:defRPr b="1" i="0">
                <a:latin typeface="Montserrat" pitchFamily="2" charset="77"/>
              </a:defRPr>
            </a:lvl3pPr>
            <a:lvl4pPr>
              <a:defRPr b="1" i="0">
                <a:latin typeface="Montserrat" pitchFamily="2" charset="77"/>
              </a:defRPr>
            </a:lvl4pPr>
            <a:lvl5pPr>
              <a:defRPr b="1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3F846-AACE-650A-4D35-586268C05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3111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4"/>
                </a:solidFill>
                <a:latin typeface="Montserrat SemiBold" pitchFamily="2" charset="77"/>
              </a:defRPr>
            </a:lvl1pPr>
            <a:lvl2pPr>
              <a:defRPr b="1" i="0">
                <a:latin typeface="Montserrat" pitchFamily="2" charset="77"/>
              </a:defRPr>
            </a:lvl2pPr>
            <a:lvl3pPr>
              <a:defRPr b="1" i="0">
                <a:latin typeface="Montserrat" pitchFamily="2" charset="77"/>
              </a:defRPr>
            </a:lvl3pPr>
            <a:lvl4pPr>
              <a:defRPr b="1" i="0">
                <a:latin typeface="Montserrat" pitchFamily="2" charset="77"/>
              </a:defRPr>
            </a:lvl4pPr>
            <a:lvl5pPr>
              <a:defRPr b="1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green letter on a black background&#10;&#10;Description automatically generated">
            <a:extLst>
              <a:ext uri="{FF2B5EF4-FFF2-40B4-BE49-F238E27FC236}">
                <a16:creationId xmlns:a16="http://schemas.microsoft.com/office/drawing/2014/main" id="{B5B4519B-342E-C75C-7A78-5D5518B5FD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33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2C068-F848-DB80-39CD-A192D4096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t"/>
          <a:lstStyle>
            <a:lvl1pPr>
              <a:defRPr sz="3200" b="1" i="0"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55C82-3930-9DFD-3708-D0C6C5C22A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457200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 b="1" i="0">
                <a:latin typeface="Montserrat" pitchFamily="2" charset="77"/>
              </a:defRPr>
            </a:lvl1pPr>
            <a:lvl2pPr>
              <a:defRPr sz="2800" b="1" i="0">
                <a:latin typeface="Montserrat" pitchFamily="2" charset="77"/>
              </a:defRPr>
            </a:lvl2pPr>
            <a:lvl3pPr>
              <a:defRPr sz="2400" b="1" i="0">
                <a:latin typeface="Montserrat" pitchFamily="2" charset="77"/>
              </a:defRPr>
            </a:lvl3pPr>
            <a:lvl4pPr>
              <a:defRPr sz="2000" b="1" i="0">
                <a:latin typeface="Montserrat" pitchFamily="2" charset="77"/>
              </a:defRPr>
            </a:lvl4pPr>
            <a:lvl5pPr>
              <a:defRPr sz="2000" b="1" i="0">
                <a:latin typeface="Montserrat" pitchFamily="2" charset="7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3DD86-4A0B-BCB6-8EB1-705944697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Montserrat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711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0D8638AE-463A-A8EE-7837-A4EE94AC30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3" name="Picture 12" descr="A green letter on a black background&#10;&#10;Description automatically generated">
            <a:extLst>
              <a:ext uri="{FF2B5EF4-FFF2-40B4-BE49-F238E27FC236}">
                <a16:creationId xmlns:a16="http://schemas.microsoft.com/office/drawing/2014/main" id="{71510E90-4B3E-D260-FCE1-7526C947EF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05494" y="2520462"/>
            <a:ext cx="4193444" cy="117230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3A365A0-5E72-42BB-3595-B6FAF727BD41}"/>
              </a:ext>
            </a:extLst>
          </p:cNvPr>
          <p:cNvSpPr txBox="1"/>
          <p:nvPr userDrawn="1"/>
        </p:nvSpPr>
        <p:spPr>
          <a:xfrm>
            <a:off x="4808628" y="5392615"/>
            <a:ext cx="2574744" cy="876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bg1"/>
                </a:solidFill>
                <a:latin typeface="Montserrat Medium" pitchFamily="2" charset="77"/>
              </a:rPr>
              <a:t>Discussion Materials</a:t>
            </a:r>
          </a:p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accent4"/>
                </a:solidFill>
                <a:latin typeface="Montserrat Medium" pitchFamily="2" charset="77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7215486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ight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DE307ACC-4B66-6043-04F8-ACA680A9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8879"/>
            <a:ext cx="12192000" cy="6858000"/>
          </a:xfrm>
          <a:prstGeom prst="rect">
            <a:avLst/>
          </a:prstGeom>
        </p:spPr>
      </p:pic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301823DD-6873-F6E9-00BE-3CAC6A373C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05494" y="2520462"/>
            <a:ext cx="4193445" cy="117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99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 Light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DE307ACC-4B66-6043-04F8-ACA680A9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8879"/>
            <a:ext cx="12192000" cy="6858000"/>
          </a:xfrm>
          <a:prstGeom prst="rect">
            <a:avLst/>
          </a:prstGeom>
        </p:spPr>
      </p:pic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301823DD-6873-F6E9-00BE-3CAC6A373C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06096" y="2915654"/>
            <a:ext cx="2779807" cy="77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31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Light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DE307ACC-4B66-6043-04F8-ACA680A9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8879"/>
            <a:ext cx="12192000" cy="6858000"/>
          </a:xfrm>
          <a:prstGeom prst="rect">
            <a:avLst/>
          </a:prstGeom>
        </p:spPr>
      </p:pic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301823DD-6873-F6E9-00BE-3CAC6A373C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35418" y="5787382"/>
            <a:ext cx="1921163" cy="53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91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v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BBAD472-4952-EBF1-56DF-F2EE934AAC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12192000" cy="684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E64DB4FE-1D9B-C43A-9EF3-24AF791692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34710" y="6096328"/>
            <a:ext cx="2122579" cy="55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687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ark Gr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1C32EC14-F150-CA42-4C37-8D10FD3A16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3" name="Picture 12" descr="A green letter on a black background&#10;&#10;Description automatically generated">
            <a:extLst>
              <a:ext uri="{FF2B5EF4-FFF2-40B4-BE49-F238E27FC236}">
                <a16:creationId xmlns:a16="http://schemas.microsoft.com/office/drawing/2014/main" id="{71510E90-4B3E-D260-FCE1-7526C947EF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05494" y="2520462"/>
            <a:ext cx="4193444" cy="11723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6D1B6D-CB3C-9636-EC5D-D7188433669A}"/>
              </a:ext>
            </a:extLst>
          </p:cNvPr>
          <p:cNvSpPr txBox="1"/>
          <p:nvPr userDrawn="1"/>
        </p:nvSpPr>
        <p:spPr>
          <a:xfrm>
            <a:off x="4808628" y="5392615"/>
            <a:ext cx="2574744" cy="876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bg1"/>
                </a:solidFill>
                <a:latin typeface="Montserrat Medium" pitchFamily="2" charset="77"/>
              </a:rPr>
              <a:t>Discussion Materials</a:t>
            </a:r>
          </a:p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accent4"/>
                </a:solidFill>
                <a:latin typeface="Montserrat Medium" pitchFamily="2" charset="77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1942566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Oran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1908DF1E-3C20-4455-1352-DA5E1B3363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F7EE05A8-6A6A-149C-B228-EF71A7CD06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05494" y="2520462"/>
            <a:ext cx="4193445" cy="11723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1F8D44-69A1-C0CF-7FEC-8223A09D9CB5}"/>
              </a:ext>
            </a:extLst>
          </p:cNvPr>
          <p:cNvSpPr txBox="1"/>
          <p:nvPr userDrawn="1"/>
        </p:nvSpPr>
        <p:spPr>
          <a:xfrm>
            <a:off x="4808628" y="5392615"/>
            <a:ext cx="2574744" cy="876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bg1"/>
                </a:solidFill>
                <a:latin typeface="Montserrat Medium" pitchFamily="2" charset="77"/>
              </a:rPr>
              <a:t>Discussion Materials</a:t>
            </a:r>
          </a:p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accent4"/>
                </a:solidFill>
                <a:latin typeface="Montserrat Medium" pitchFamily="2" charset="77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05910600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288B661F-2FC3-606A-9F14-A083CD47EF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44" y="687433"/>
            <a:ext cx="1312985" cy="3419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38900"/>
            <a:ext cx="5264150" cy="2780200"/>
          </a:xfrm>
          <a:prstGeom prst="rect">
            <a:avLst/>
          </a:prstGeom>
        </p:spPr>
        <p:txBody>
          <a:bodyPr anchor="t"/>
          <a:lstStyle>
            <a:lvl1pPr algn="l">
              <a:defRPr sz="45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127398"/>
            <a:ext cx="5979258" cy="653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3757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235" y="527260"/>
            <a:ext cx="5264150" cy="1390100"/>
          </a:xfrm>
          <a:prstGeom prst="rect">
            <a:avLst/>
          </a:prstGeom>
        </p:spPr>
        <p:txBody>
          <a:bodyPr anchor="t"/>
          <a:lstStyle>
            <a:lvl1pPr algn="l">
              <a:defRPr sz="4500" b="1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3235" y="2273510"/>
            <a:ext cx="5979258" cy="653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Sub-Header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461BA9-05EB-774D-5922-811FD3EBC4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73235" y="3375479"/>
            <a:ext cx="5979258" cy="653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chemeClr val="accent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8F87008-858B-AE4F-E7DD-8E7B399B2D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425" y="6330740"/>
            <a:ext cx="1371600" cy="35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712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ntr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BAECEF3-8A31-F0A0-41BB-2389A909F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36722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04" imgH="405" progId="TCLayout.ActiveDocument.1">
                  <p:embed/>
                </p:oleObj>
              </mc:Choice>
              <mc:Fallback>
                <p:oleObj name="think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BAECEF3-8A31-F0A0-41BB-2389A909F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589405"/>
            <a:ext cx="10944225" cy="42473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 algn="l">
              <a:defRPr sz="2400" b="1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3889" y="1073553"/>
            <a:ext cx="10944224" cy="341632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buNone/>
              <a:defRPr sz="1800" b="1" i="0">
                <a:solidFill>
                  <a:schemeClr val="accent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Sub-Header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461BA9-05EB-774D-5922-811FD3EBC4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23888" y="1884030"/>
            <a:ext cx="5979258" cy="653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chemeClr val="accent6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D62C8F83-405B-E651-AB8B-F53D6742D3A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1634788" y="6402739"/>
            <a:ext cx="501380" cy="2566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 b="1" i="0">
                <a:solidFill>
                  <a:schemeClr val="accent6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fld id="{211DE89C-C9D0-41D9-8FAD-742885978541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DB7EF32A-2AA9-4F0A-E060-B507355AE4F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2613" y="6408536"/>
            <a:ext cx="774233" cy="20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82135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640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91" y="1635091"/>
            <a:ext cx="2754795" cy="1793909"/>
          </a:xfrm>
          <a:prstGeom prst="rect">
            <a:avLst/>
          </a:prstGeom>
        </p:spPr>
        <p:txBody>
          <a:bodyPr anchor="t"/>
          <a:lstStyle>
            <a:lvl1pPr algn="l">
              <a:defRPr sz="30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2691" y="3609581"/>
            <a:ext cx="2961623" cy="6533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Sub-Header styles</a:t>
            </a:r>
          </a:p>
        </p:txBody>
      </p:sp>
      <p:pic>
        <p:nvPicPr>
          <p:cNvPr id="7" name="Picture 6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E9853D0-8837-334E-265E-3CB1D1E36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FE3647-A91E-65F2-CD25-90C4F54F95E2}"/>
              </a:ext>
            </a:extLst>
          </p:cNvPr>
          <p:cNvSpPr/>
          <p:nvPr userDrawn="1"/>
        </p:nvSpPr>
        <p:spPr>
          <a:xfrm>
            <a:off x="3614057" y="0"/>
            <a:ext cx="857794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dirty="0"/>
          </a:p>
        </p:txBody>
      </p:sp>
      <p:pic>
        <p:nvPicPr>
          <p:cNvPr id="8" name="Picture 7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673971D4-63F8-0263-B29F-FB034BF53D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0" y="687433"/>
            <a:ext cx="1312985" cy="341982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04DEDBA-E2F6-A0DE-81F2-E9419615B00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1634788" y="6402739"/>
            <a:ext cx="501380" cy="2566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 b="1" i="0">
                <a:solidFill>
                  <a:schemeClr val="accent6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fld id="{211DE89C-C9D0-41D9-8FAD-7428859785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71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 P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F533B19-AB70-1F43-9C29-3FFF83DB6F1E}"/>
              </a:ext>
            </a:extLst>
          </p:cNvPr>
          <p:cNvSpPr txBox="1"/>
          <p:nvPr userDrawn="1"/>
        </p:nvSpPr>
        <p:spPr>
          <a:xfrm>
            <a:off x="4431122" y="2464481"/>
            <a:ext cx="3329759" cy="1116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0" i="0" dirty="0">
                <a:solidFill>
                  <a:schemeClr val="bg1"/>
                </a:solidFill>
                <a:latin typeface="Montserrat Medium" pitchFamily="2" charset="77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807407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dvisor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91" y="1635091"/>
            <a:ext cx="2754795" cy="1793909"/>
          </a:xfrm>
          <a:prstGeom prst="rect">
            <a:avLst/>
          </a:prstGeom>
        </p:spPr>
        <p:txBody>
          <a:bodyPr anchor="t"/>
          <a:lstStyle>
            <a:lvl1pPr algn="l">
              <a:defRPr sz="30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2691" y="3609581"/>
            <a:ext cx="2961623" cy="6533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Sub-Header styles</a:t>
            </a:r>
          </a:p>
        </p:txBody>
      </p:sp>
      <p:pic>
        <p:nvPicPr>
          <p:cNvPr id="7" name="Picture 6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E9853D0-8837-334E-265E-3CB1D1E36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461BA9-05EB-774D-5922-811FD3EBC4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744319" y="599370"/>
            <a:ext cx="4842119" cy="5714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673971D4-63F8-0263-B29F-FB034BF53D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0" y="687433"/>
            <a:ext cx="1312985" cy="34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53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 Break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4985" y="586870"/>
            <a:ext cx="4384919" cy="1793909"/>
          </a:xfrm>
          <a:prstGeom prst="rect">
            <a:avLst/>
          </a:prstGeom>
        </p:spPr>
        <p:txBody>
          <a:bodyPr anchor="t"/>
          <a:lstStyle>
            <a:lvl1pPr algn="l">
              <a:defRPr sz="40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E9853D0-8837-334E-265E-3CB1D1E36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FE3647-A91E-65F2-CD25-90C4F54F95E2}"/>
              </a:ext>
            </a:extLst>
          </p:cNvPr>
          <p:cNvSpPr/>
          <p:nvPr userDrawn="1"/>
        </p:nvSpPr>
        <p:spPr>
          <a:xfrm>
            <a:off x="0" y="0"/>
            <a:ext cx="507609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EF0848B8-FFFD-0F4B-1E93-00C07B48FD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340" y="687433"/>
            <a:ext cx="1312985" cy="341982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E131CC4-E1FC-3BD4-676E-2A99E565BEE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7698" y="2631831"/>
            <a:ext cx="4842119" cy="6887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Montserrat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6689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0913-3C06-4355-D99E-A6FDB75A0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4475C-B5B5-B49F-20E1-766AC5399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Montserrat" pitchFamily="2" charset="77"/>
              </a:defRPr>
            </a:lvl1pPr>
            <a:lvl2pPr>
              <a:defRPr b="1" i="0">
                <a:latin typeface="Montserrat" pitchFamily="2" charset="77"/>
              </a:defRPr>
            </a:lvl2pPr>
            <a:lvl3pPr>
              <a:defRPr b="1" i="0">
                <a:latin typeface="Montserrat" pitchFamily="2" charset="77"/>
              </a:defRPr>
            </a:lvl3pPr>
            <a:lvl4pPr>
              <a:defRPr b="1" i="0">
                <a:latin typeface="Montserrat" pitchFamily="2" charset="77"/>
              </a:defRPr>
            </a:lvl4pPr>
            <a:lvl5pPr>
              <a:defRPr b="1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79888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5A63D-86DF-18CB-0EF8-6E00534FB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10CDF-23F4-32CD-75EB-5CA32029A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73111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4"/>
                </a:solidFill>
                <a:latin typeface="Montserrat SemiBold" pitchFamily="2" charset="77"/>
              </a:defRPr>
            </a:lvl1pPr>
            <a:lvl2pPr>
              <a:defRPr b="1" i="0">
                <a:latin typeface="Montserrat" pitchFamily="2" charset="77"/>
              </a:defRPr>
            </a:lvl2pPr>
            <a:lvl3pPr>
              <a:defRPr b="1" i="0">
                <a:latin typeface="Montserrat" pitchFamily="2" charset="77"/>
              </a:defRPr>
            </a:lvl3pPr>
            <a:lvl4pPr>
              <a:defRPr b="1" i="0">
                <a:latin typeface="Montserrat" pitchFamily="2" charset="77"/>
              </a:defRPr>
            </a:lvl4pPr>
            <a:lvl5pPr>
              <a:defRPr b="1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3F846-AACE-650A-4D35-586268C05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3111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4"/>
                </a:solidFill>
                <a:latin typeface="Montserrat SemiBold" pitchFamily="2" charset="77"/>
              </a:defRPr>
            </a:lvl1pPr>
            <a:lvl2pPr>
              <a:defRPr b="1" i="0">
                <a:latin typeface="Montserrat" pitchFamily="2" charset="77"/>
              </a:defRPr>
            </a:lvl2pPr>
            <a:lvl3pPr>
              <a:defRPr b="1" i="0">
                <a:latin typeface="Montserrat" pitchFamily="2" charset="77"/>
              </a:defRPr>
            </a:lvl3pPr>
            <a:lvl4pPr>
              <a:defRPr b="1" i="0">
                <a:latin typeface="Montserrat" pitchFamily="2" charset="77"/>
              </a:defRPr>
            </a:lvl4pPr>
            <a:lvl5pPr>
              <a:defRPr b="1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green letter on a black background&#10;&#10;Description automatically generated">
            <a:extLst>
              <a:ext uri="{FF2B5EF4-FFF2-40B4-BE49-F238E27FC236}">
                <a16:creationId xmlns:a16="http://schemas.microsoft.com/office/drawing/2014/main" id="{B5B4519B-342E-C75C-7A78-5D5518B5FD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9048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2C068-F848-DB80-39CD-A192D4096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t"/>
          <a:lstStyle>
            <a:lvl1pPr>
              <a:defRPr sz="3200" b="1" i="0"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55C82-3930-9DFD-3708-D0C6C5C22A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457200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 b="1" i="0">
                <a:latin typeface="Montserrat" pitchFamily="2" charset="77"/>
              </a:defRPr>
            </a:lvl1pPr>
            <a:lvl2pPr>
              <a:defRPr sz="2800" b="1" i="0">
                <a:latin typeface="Montserrat" pitchFamily="2" charset="77"/>
              </a:defRPr>
            </a:lvl2pPr>
            <a:lvl3pPr>
              <a:defRPr sz="2400" b="1" i="0">
                <a:latin typeface="Montserrat" pitchFamily="2" charset="77"/>
              </a:defRPr>
            </a:lvl3pPr>
            <a:lvl4pPr>
              <a:defRPr sz="2000" b="1" i="0">
                <a:latin typeface="Montserrat" pitchFamily="2" charset="77"/>
              </a:defRPr>
            </a:lvl4pPr>
            <a:lvl5pPr>
              <a:defRPr sz="2000" b="1" i="0">
                <a:latin typeface="Montserrat" pitchFamily="2" charset="7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3DD86-4A0B-BCB6-8EB1-705944697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Montserrat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6111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3A05E64-441B-556D-C65E-B475419EA7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40326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7772400" imgH="10058400" progId="TCLayout.ActiveDocument.1">
                  <p:embed/>
                </p:oleObj>
              </mc:Choice>
              <mc:Fallback>
                <p:oleObj name="thinkcell Slide" r:id="rId3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05E64-441B-556D-C65E-B475419EA7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14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0D8638AE-463A-A8EE-7837-A4EE94AC30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3" name="Picture 12" descr="A green letter on a black background&#10;&#10;Description automatically generated">
            <a:extLst>
              <a:ext uri="{FF2B5EF4-FFF2-40B4-BE49-F238E27FC236}">
                <a16:creationId xmlns:a16="http://schemas.microsoft.com/office/drawing/2014/main" id="{71510E90-4B3E-D260-FCE1-7526C947EF9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905494" y="2520462"/>
            <a:ext cx="4193444" cy="117230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3A365A0-5E72-42BB-3595-B6FAF727BD41}"/>
              </a:ext>
            </a:extLst>
          </p:cNvPr>
          <p:cNvSpPr txBox="1"/>
          <p:nvPr userDrawn="1"/>
        </p:nvSpPr>
        <p:spPr>
          <a:xfrm>
            <a:off x="4808628" y="5392615"/>
            <a:ext cx="2574744" cy="876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0">
              <a:lnSpc>
                <a:spcPct val="150000"/>
              </a:lnSpc>
            </a:pPr>
            <a:r>
              <a:rPr lang="en-GB" b="0" i="0">
                <a:solidFill>
                  <a:schemeClr val="bg1"/>
                </a:solidFill>
                <a:latin typeface="Montserrat Medium" pitchFamily="2" charset="77"/>
              </a:rPr>
              <a:t>Discussion Materials</a:t>
            </a:r>
          </a:p>
          <a:p>
            <a:pPr algn="ctr" rtl="0">
              <a:lnSpc>
                <a:spcPct val="150000"/>
              </a:lnSpc>
            </a:pPr>
            <a:r>
              <a:rPr lang="en-GB" b="0" i="0">
                <a:solidFill>
                  <a:schemeClr val="accent4"/>
                </a:solidFill>
                <a:latin typeface="Montserrat Medium" pitchFamily="2" charset="77"/>
              </a:rPr>
              <a:t>2024</a:t>
            </a:r>
            <a:endParaRPr lang="en-GB" b="0" i="0" dirty="0">
              <a:solidFill>
                <a:schemeClr val="accent4"/>
              </a:solidFill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425410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ight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DE307ACC-4B66-6043-04F8-ACA680A9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8879"/>
            <a:ext cx="12192000" cy="6858000"/>
          </a:xfrm>
          <a:prstGeom prst="rect">
            <a:avLst/>
          </a:prstGeom>
        </p:spPr>
      </p:pic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301823DD-6873-F6E9-00BE-3CAC6A373C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05494" y="2520462"/>
            <a:ext cx="4193445" cy="117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26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ark Gr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2DCF551-1852-962C-3B21-F04580E721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844514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7772400" imgH="10058400" progId="TCLayout.ActiveDocument.1">
                  <p:embed/>
                </p:oleObj>
              </mc:Choice>
              <mc:Fallback>
                <p:oleObj name="think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DCF551-1852-962C-3B21-F04580E721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1C32EC14-F150-CA42-4C37-8D10FD3A16B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3" name="Picture 12" descr="A green letter on a black background&#10;&#10;Description automatically generated">
            <a:extLst>
              <a:ext uri="{FF2B5EF4-FFF2-40B4-BE49-F238E27FC236}">
                <a16:creationId xmlns:a16="http://schemas.microsoft.com/office/drawing/2014/main" id="{71510E90-4B3E-D260-FCE1-7526C947EF9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905494" y="2520462"/>
            <a:ext cx="4193444" cy="11723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6D1B6D-CB3C-9636-EC5D-D7188433669A}"/>
              </a:ext>
            </a:extLst>
          </p:cNvPr>
          <p:cNvSpPr txBox="1"/>
          <p:nvPr userDrawn="1"/>
        </p:nvSpPr>
        <p:spPr>
          <a:xfrm>
            <a:off x="4808628" y="5392615"/>
            <a:ext cx="2574744" cy="876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0">
              <a:lnSpc>
                <a:spcPct val="150000"/>
              </a:lnSpc>
            </a:pPr>
            <a:r>
              <a:rPr lang="en-GB" b="0" i="0">
                <a:solidFill>
                  <a:schemeClr val="bg1"/>
                </a:solidFill>
                <a:latin typeface="Montserrat Medium" pitchFamily="2" charset="77"/>
              </a:rPr>
              <a:t>Discussion Materials</a:t>
            </a:r>
          </a:p>
          <a:p>
            <a:pPr algn="ctr" rtl="0">
              <a:lnSpc>
                <a:spcPct val="150000"/>
              </a:lnSpc>
            </a:pPr>
            <a:r>
              <a:rPr lang="en-GB" b="0" i="0">
                <a:solidFill>
                  <a:schemeClr val="accent4"/>
                </a:solidFill>
                <a:latin typeface="Montserrat Medium" pitchFamily="2" charset="77"/>
              </a:rPr>
              <a:t>2024</a:t>
            </a:r>
            <a:endParaRPr lang="en-GB" b="0" i="0" dirty="0">
              <a:solidFill>
                <a:schemeClr val="accent4"/>
              </a:solidFill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5054759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Oran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3A8F800-AC62-39DC-2DAD-20F6D449576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02457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7772400" imgH="10058400" progId="TCLayout.ActiveDocument.1">
                  <p:embed/>
                </p:oleObj>
              </mc:Choice>
              <mc:Fallback>
                <p:oleObj name="thinkcell Slide" r:id="rId3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A8F800-AC62-39DC-2DAD-20F6D44957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1908DF1E-3C20-4455-1352-DA5E1B33633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F7EE05A8-6A6A-149C-B228-EF71A7CD069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905494" y="2520462"/>
            <a:ext cx="4193445" cy="11723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1F8D44-69A1-C0CF-7FEC-8223A09D9CB5}"/>
              </a:ext>
            </a:extLst>
          </p:cNvPr>
          <p:cNvSpPr txBox="1"/>
          <p:nvPr userDrawn="1"/>
        </p:nvSpPr>
        <p:spPr>
          <a:xfrm>
            <a:off x="4808628" y="5392615"/>
            <a:ext cx="2574744" cy="876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0">
              <a:lnSpc>
                <a:spcPct val="150000"/>
              </a:lnSpc>
            </a:pPr>
            <a:r>
              <a:rPr lang="en-GB" b="0" i="0">
                <a:solidFill>
                  <a:schemeClr val="bg1"/>
                </a:solidFill>
                <a:latin typeface="Montserrat Medium" pitchFamily="2" charset="77"/>
              </a:rPr>
              <a:t>Discussion Materials</a:t>
            </a:r>
          </a:p>
          <a:p>
            <a:pPr algn="ctr" rtl="0">
              <a:lnSpc>
                <a:spcPct val="150000"/>
              </a:lnSpc>
            </a:pPr>
            <a:r>
              <a:rPr lang="en-GB" b="0" i="0">
                <a:solidFill>
                  <a:schemeClr val="accent4"/>
                </a:solidFill>
                <a:latin typeface="Montserrat Medium" pitchFamily="2" charset="77"/>
              </a:rPr>
              <a:t>2024</a:t>
            </a:r>
            <a:endParaRPr lang="en-GB" b="0" i="0" dirty="0">
              <a:solidFill>
                <a:schemeClr val="accent4"/>
              </a:solidFill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017302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E1D19B6-825A-09C3-493A-155A479DBCB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77661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7772400" imgH="10058400" progId="TCLayout.ActiveDocument.1">
                  <p:embed/>
                </p:oleObj>
              </mc:Choice>
              <mc:Fallback>
                <p:oleObj name="think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1D19B6-825A-09C3-493A-155A479DBC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288B661F-2FC3-606A-9F14-A083CD47EF2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44" y="687433"/>
            <a:ext cx="1312985" cy="3419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38900"/>
            <a:ext cx="5264150" cy="2780200"/>
          </a:xfrm>
          <a:prstGeom prst="rect">
            <a:avLst/>
          </a:prstGeom>
        </p:spPr>
        <p:txBody>
          <a:bodyPr vert="horz" rIns="91440" anchor="t"/>
          <a:lstStyle>
            <a:lvl1pPr algn="l" rtl="0">
              <a:defRPr sz="45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127398"/>
            <a:ext cx="5979258" cy="653335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2400" b="1" i="0">
                <a:solidFill>
                  <a:schemeClr val="accent4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797038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2BCB6F8-6C72-78FF-2906-49CA2B7EA4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827164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7772400" imgH="10058400" progId="TCLayout.ActiveDocument.1">
                  <p:embed/>
                </p:oleObj>
              </mc:Choice>
              <mc:Fallback>
                <p:oleObj name="think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2BCB6F8-6C72-78FF-2906-49CA2B7EA4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235" y="527260"/>
            <a:ext cx="5264150" cy="1390100"/>
          </a:xfrm>
          <a:prstGeom prst="rect">
            <a:avLst/>
          </a:prstGeom>
        </p:spPr>
        <p:txBody>
          <a:bodyPr vert="horz" rIns="91440" anchor="t"/>
          <a:lstStyle>
            <a:lvl1pPr algn="l" rtl="0">
              <a:defRPr sz="4500" b="1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3235" y="2273510"/>
            <a:ext cx="5979258" cy="653335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2000" b="1" i="0">
                <a:solidFill>
                  <a:schemeClr val="accent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Sub-Header styles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461BA9-05EB-774D-5922-811FD3EBC4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73235" y="3375479"/>
            <a:ext cx="5979258" cy="653335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1200" b="1" i="0">
                <a:solidFill>
                  <a:schemeClr val="accent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pic>
        <p:nvPicPr>
          <p:cNvPr id="6" name="Picture 5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72E8FBD6-09CD-1FB1-AF50-B88BB336BE2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2613" y="6408536"/>
            <a:ext cx="774233" cy="20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90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ntr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BAECEF3-8A31-F0A0-41BB-2389A909F949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4079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04" imgH="405" progId="TCLayout.ActiveDocument.1">
                  <p:embed/>
                </p:oleObj>
              </mc:Choice>
              <mc:Fallback>
                <p:oleObj name="think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BAECEF3-8A31-F0A0-41BB-2389A909F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589405"/>
            <a:ext cx="10944225" cy="424732"/>
          </a:xfrm>
          <a:prstGeom prst="rect">
            <a:avLst/>
          </a:prstGeom>
        </p:spPr>
        <p:txBody>
          <a:bodyPr vert="horz" rIns="91440" anchor="b">
            <a:spAutoFit/>
          </a:bodyPr>
          <a:lstStyle>
            <a:lvl1pPr algn="l" rtl="0">
              <a:defRPr sz="2400" b="1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3889" y="1073553"/>
            <a:ext cx="10944224" cy="341632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rtl="0">
              <a:buNone/>
              <a:defRPr sz="1800" b="1" i="0">
                <a:solidFill>
                  <a:schemeClr val="accent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Sub-Header styles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461BA9-05EB-774D-5922-811FD3EBC4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23888" y="1884030"/>
            <a:ext cx="5979258" cy="653335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1200" b="1" i="0">
                <a:solidFill>
                  <a:schemeClr val="accent6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D62C8F83-405B-E651-AB8B-F53D6742D3A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1634788" y="6402739"/>
            <a:ext cx="501380" cy="256674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buNone/>
              <a:defRPr sz="800" b="1" i="0">
                <a:solidFill>
                  <a:schemeClr val="accent6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fld id="{211DE89C-C9D0-41D9-8FAD-742885978541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1FB26F8-8AAF-5801-CB64-2F35B86B933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2613" y="6408536"/>
            <a:ext cx="774233" cy="20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37838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640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E24CF9F-F458-5C5E-D39E-750873F994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103942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7772400" imgH="10058400" progId="TCLayout.ActiveDocument.1">
                  <p:embed/>
                </p:oleObj>
              </mc:Choice>
              <mc:Fallback>
                <p:oleObj name="think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24CF9F-F458-5C5E-D39E-750873F994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91" y="1635091"/>
            <a:ext cx="2754795" cy="1793909"/>
          </a:xfrm>
          <a:prstGeom prst="rect">
            <a:avLst/>
          </a:prstGeom>
        </p:spPr>
        <p:txBody>
          <a:bodyPr vert="horz" rIns="91440" anchor="t"/>
          <a:lstStyle>
            <a:lvl1pPr algn="l" rtl="0">
              <a:defRPr sz="30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2691" y="3609581"/>
            <a:ext cx="2961623" cy="653335"/>
          </a:xfrm>
          <a:prstGeom prst="rect">
            <a:avLst/>
          </a:prstGeom>
        </p:spPr>
        <p:txBody>
          <a:bodyPr/>
          <a:lstStyle>
            <a:lvl1pPr marL="0" indent="0" rtl="0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Sub-Header styles</a:t>
            </a:r>
            <a:endParaRPr lang="en-GB" dirty="0"/>
          </a:p>
        </p:txBody>
      </p:sp>
      <p:pic>
        <p:nvPicPr>
          <p:cNvPr id="7" name="Picture 6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E9853D0-8837-334E-265E-3CB1D1E36E6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FE3647-A91E-65F2-CD25-90C4F54F95E2}"/>
              </a:ext>
            </a:extLst>
          </p:cNvPr>
          <p:cNvSpPr/>
          <p:nvPr userDrawn="1"/>
        </p:nvSpPr>
        <p:spPr>
          <a:xfrm>
            <a:off x="3614057" y="0"/>
            <a:ext cx="857794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</a:pPr>
            <a:endParaRPr lang="en-GB" dirty="0"/>
          </a:p>
        </p:txBody>
      </p:sp>
      <p:pic>
        <p:nvPicPr>
          <p:cNvPr id="8" name="Picture 7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673971D4-63F8-0263-B29F-FB034BF53D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0" y="687433"/>
            <a:ext cx="1312985" cy="341982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04DEDBA-E2F6-A0DE-81F2-E9419615B00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1634788" y="6402739"/>
            <a:ext cx="501380" cy="256674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buNone/>
              <a:defRPr sz="800" b="1" i="0">
                <a:solidFill>
                  <a:schemeClr val="accent6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fld id="{211DE89C-C9D0-41D9-8FAD-74288597854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4546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 P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AA85645-896C-967D-A691-7D7CACAF1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428516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7772400" imgH="10058400" progId="TCLayout.ActiveDocument.1">
                  <p:embed/>
                </p:oleObj>
              </mc:Choice>
              <mc:Fallback>
                <p:oleObj name="thinkcell Slide" r:id="rId3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AA85645-896C-967D-A691-7D7CACAF1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F533B19-AB70-1F43-9C29-3FFF83DB6F1E}"/>
              </a:ext>
            </a:extLst>
          </p:cNvPr>
          <p:cNvSpPr txBox="1"/>
          <p:nvPr userDrawn="1"/>
        </p:nvSpPr>
        <p:spPr>
          <a:xfrm>
            <a:off x="4431122" y="2464481"/>
            <a:ext cx="3329759" cy="1116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0">
              <a:lnSpc>
                <a:spcPct val="150000"/>
              </a:lnSpc>
            </a:pPr>
            <a:r>
              <a:rPr lang="en-GB" sz="5000" b="0" i="0">
                <a:solidFill>
                  <a:schemeClr val="bg1"/>
                </a:solidFill>
                <a:latin typeface="Montserrat Medium" pitchFamily="2" charset="77"/>
              </a:rPr>
              <a:t>Appendix</a:t>
            </a:r>
            <a:endParaRPr lang="en-GB" sz="5000" b="0" i="0" dirty="0">
              <a:solidFill>
                <a:schemeClr val="bg1"/>
              </a:solidFill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569437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dvisor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8C2591B-53A3-45AD-6FCD-665BDAE493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066550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7772400" imgH="10058400" progId="TCLayout.ActiveDocument.1">
                  <p:embed/>
                </p:oleObj>
              </mc:Choice>
              <mc:Fallback>
                <p:oleObj name="think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C2591B-53A3-45AD-6FCD-665BDAE493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91" y="1635091"/>
            <a:ext cx="2754795" cy="1793909"/>
          </a:xfrm>
          <a:prstGeom prst="rect">
            <a:avLst/>
          </a:prstGeom>
        </p:spPr>
        <p:txBody>
          <a:bodyPr vert="horz" rIns="91440" anchor="t"/>
          <a:lstStyle>
            <a:lvl1pPr algn="l" rtl="0">
              <a:defRPr sz="30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2691" y="3609581"/>
            <a:ext cx="2961623" cy="653335"/>
          </a:xfrm>
          <a:prstGeom prst="rect">
            <a:avLst/>
          </a:prstGeom>
        </p:spPr>
        <p:txBody>
          <a:bodyPr/>
          <a:lstStyle>
            <a:lvl1pPr marL="0" indent="0" rtl="0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Sub-Header styles</a:t>
            </a:r>
            <a:endParaRPr lang="en-GB" dirty="0"/>
          </a:p>
        </p:txBody>
      </p:sp>
      <p:pic>
        <p:nvPicPr>
          <p:cNvPr id="7" name="Picture 6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E9853D0-8837-334E-265E-3CB1D1E36E6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461BA9-05EB-774D-5922-811FD3EBC4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744319" y="599370"/>
            <a:ext cx="4842119" cy="5714881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12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pic>
        <p:nvPicPr>
          <p:cNvPr id="8" name="Picture 7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673971D4-63F8-0263-B29F-FB034BF53D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0" y="687433"/>
            <a:ext cx="1312985" cy="34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719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 Break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5AB1B7C-E4C0-D333-20BD-7F9B420EC8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015214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7772400" imgH="10058400" progId="TCLayout.ActiveDocument.1">
                  <p:embed/>
                </p:oleObj>
              </mc:Choice>
              <mc:Fallback>
                <p:oleObj name="thinkcell Slide" r:id="rId3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AB1B7C-E4C0-D333-20BD-7F9B420EC8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4985" y="586870"/>
            <a:ext cx="4384919" cy="1793909"/>
          </a:xfrm>
          <a:prstGeom prst="rect">
            <a:avLst/>
          </a:prstGeom>
        </p:spPr>
        <p:txBody>
          <a:bodyPr vert="horz" rIns="91440" anchor="t"/>
          <a:lstStyle>
            <a:lvl1pPr algn="l" rtl="0">
              <a:defRPr sz="40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7" name="Picture 6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E9853D0-8837-334E-265E-3CB1D1E36E6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FE3647-A91E-65F2-CD25-90C4F54F95E2}"/>
              </a:ext>
            </a:extLst>
          </p:cNvPr>
          <p:cNvSpPr/>
          <p:nvPr userDrawn="1"/>
        </p:nvSpPr>
        <p:spPr>
          <a:xfrm>
            <a:off x="0" y="0"/>
            <a:ext cx="507609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pic>
        <p:nvPicPr>
          <p:cNvPr id="8" name="Picture 7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EF0848B8-FFFD-0F4B-1E93-00C07B48FD8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340" y="687433"/>
            <a:ext cx="1312985" cy="341982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E131CC4-E1FC-3BD4-676E-2A99E565BEE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7698" y="2631831"/>
            <a:ext cx="4842119" cy="688731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1200" b="0" i="0">
                <a:solidFill>
                  <a:schemeClr val="bg1"/>
                </a:solidFill>
                <a:latin typeface="Montserrat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355885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F15F437-F2E6-ECB8-D031-F968B17B3D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378224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7772400" imgH="10058400" progId="TCLayout.ActiveDocument.1">
                  <p:embed/>
                </p:oleObj>
              </mc:Choice>
              <mc:Fallback>
                <p:oleObj name="think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F15F437-F2E6-ECB8-D031-F968B17B3D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B990913-3C06-4355-D99E-A6FDB75A0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rIns="91440"/>
          <a:lstStyle>
            <a:lvl1pPr rtl="0">
              <a:defRPr b="1" i="0">
                <a:latin typeface="Montserra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4475C-B5B5-B49F-20E1-766AC5399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rtl="0">
              <a:defRPr b="1" i="0">
                <a:latin typeface="Montserrat" pitchFamily="2" charset="77"/>
              </a:defRPr>
            </a:lvl1pPr>
            <a:lvl2pPr rtl="0">
              <a:defRPr b="1" i="0">
                <a:latin typeface="Montserrat" pitchFamily="2" charset="77"/>
              </a:defRPr>
            </a:lvl2pPr>
            <a:lvl3pPr rtl="0">
              <a:defRPr b="1" i="0">
                <a:latin typeface="Montserrat" pitchFamily="2" charset="77"/>
              </a:defRPr>
            </a:lvl3pPr>
            <a:lvl4pPr rtl="0">
              <a:defRPr b="1" i="0">
                <a:latin typeface="Montserrat" pitchFamily="2" charset="77"/>
              </a:defRPr>
            </a:lvl4pPr>
            <a:lvl5pPr rtl="0">
              <a:defRPr b="1" i="0">
                <a:latin typeface="Montserrat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297333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47A6927-5D29-DC06-53AE-7C21B725B8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76922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7772400" imgH="10058400" progId="TCLayout.ActiveDocument.1">
                  <p:embed/>
                </p:oleObj>
              </mc:Choice>
              <mc:Fallback>
                <p:oleObj name="think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47A6927-5D29-DC06-53AE-7C21B725B8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BB5A63D-86DF-18CB-0EF8-6E00534FB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rIns="91440"/>
          <a:lstStyle>
            <a:lvl1pPr rtl="0">
              <a:defRPr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10CDF-23F4-32CD-75EB-5CA32029A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731113"/>
          </a:xfrm>
          <a:prstGeom prst="rect">
            <a:avLst/>
          </a:prstGeom>
        </p:spPr>
        <p:txBody>
          <a:bodyPr/>
          <a:lstStyle>
            <a:lvl1pPr rtl="0">
              <a:defRPr b="1" i="0">
                <a:solidFill>
                  <a:schemeClr val="accent4"/>
                </a:solidFill>
                <a:latin typeface="Montserrat SemiBold" pitchFamily="2" charset="77"/>
              </a:defRPr>
            </a:lvl1pPr>
            <a:lvl2pPr rtl="0">
              <a:defRPr b="1" i="0">
                <a:latin typeface="Montserrat" pitchFamily="2" charset="77"/>
              </a:defRPr>
            </a:lvl2pPr>
            <a:lvl3pPr rtl="0">
              <a:defRPr b="1" i="0">
                <a:latin typeface="Montserrat" pitchFamily="2" charset="77"/>
              </a:defRPr>
            </a:lvl3pPr>
            <a:lvl4pPr rtl="0">
              <a:defRPr b="1" i="0">
                <a:latin typeface="Montserrat" pitchFamily="2" charset="77"/>
              </a:defRPr>
            </a:lvl4pPr>
            <a:lvl5pPr rtl="0">
              <a:defRPr b="1" i="0">
                <a:latin typeface="Montserrat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3F846-AACE-650A-4D35-586268C05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31113"/>
          </a:xfrm>
          <a:prstGeom prst="rect">
            <a:avLst/>
          </a:prstGeom>
        </p:spPr>
        <p:txBody>
          <a:bodyPr/>
          <a:lstStyle>
            <a:lvl1pPr rtl="0">
              <a:defRPr b="1" i="0">
                <a:solidFill>
                  <a:schemeClr val="accent4"/>
                </a:solidFill>
                <a:latin typeface="Montserrat SemiBold" pitchFamily="2" charset="77"/>
              </a:defRPr>
            </a:lvl1pPr>
            <a:lvl2pPr rtl="0">
              <a:defRPr b="1" i="0">
                <a:latin typeface="Montserrat" pitchFamily="2" charset="77"/>
              </a:defRPr>
            </a:lvl2pPr>
            <a:lvl3pPr rtl="0">
              <a:defRPr b="1" i="0">
                <a:latin typeface="Montserrat" pitchFamily="2" charset="77"/>
              </a:defRPr>
            </a:lvl3pPr>
            <a:lvl4pPr rtl="0">
              <a:defRPr b="1" i="0">
                <a:latin typeface="Montserrat" pitchFamily="2" charset="77"/>
              </a:defRPr>
            </a:lvl4pPr>
            <a:lvl5pPr rtl="0">
              <a:defRPr b="1" i="0">
                <a:latin typeface="Montserrat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pic>
        <p:nvPicPr>
          <p:cNvPr id="9" name="Picture 8" descr="A green letter on a black background&#10;&#10;Description automatically generated">
            <a:extLst>
              <a:ext uri="{FF2B5EF4-FFF2-40B4-BE49-F238E27FC236}">
                <a16:creationId xmlns:a16="http://schemas.microsoft.com/office/drawing/2014/main" id="{B5B4519B-342E-C75C-7A78-5D5518B5FD7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51179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312C9E4-1141-6445-2357-46BC977B13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715268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7772400" imgH="10058400" progId="TCLayout.ActiveDocument.1">
                  <p:embed/>
                </p:oleObj>
              </mc:Choice>
              <mc:Fallback>
                <p:oleObj name="think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12C9E4-1141-6445-2357-46BC977B13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B2C068-F848-DB80-39CD-A192D4096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vert="horz" rIns="91440" anchor="t"/>
          <a:lstStyle>
            <a:lvl1pPr rtl="0">
              <a:defRPr sz="3200" b="1" i="0">
                <a:latin typeface="Montserra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55C82-3930-9DFD-3708-D0C6C5C22A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457200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 b="1" i="0">
                <a:latin typeface="Montserrat" pitchFamily="2" charset="77"/>
              </a:defRPr>
            </a:lvl1pPr>
            <a:lvl2pPr rtl="0">
              <a:defRPr sz="2800" b="1" i="0">
                <a:latin typeface="Montserrat" pitchFamily="2" charset="77"/>
              </a:defRPr>
            </a:lvl2pPr>
            <a:lvl3pPr rtl="0">
              <a:defRPr sz="2400" b="1" i="0">
                <a:latin typeface="Montserrat" pitchFamily="2" charset="77"/>
              </a:defRPr>
            </a:lvl3pPr>
            <a:lvl4pPr rtl="0">
              <a:defRPr sz="2000" b="1" i="0">
                <a:latin typeface="Montserrat" pitchFamily="2" charset="77"/>
              </a:defRPr>
            </a:lvl4pPr>
            <a:lvl5pPr rtl="0">
              <a:defRPr sz="2000" b="1" i="0">
                <a:latin typeface="Montserrat" pitchFamily="2" charset="7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3DD86-4A0B-BCB6-8EB1-705944697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1600" b="1" i="0">
                <a:latin typeface="Montserrat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68939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0D8638AE-463A-A8EE-7837-A4EE94AC30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3" name="Picture 12" descr="A green letter on a black background&#10;&#10;Description automatically generated">
            <a:extLst>
              <a:ext uri="{FF2B5EF4-FFF2-40B4-BE49-F238E27FC236}">
                <a16:creationId xmlns:a16="http://schemas.microsoft.com/office/drawing/2014/main" id="{71510E90-4B3E-D260-FCE1-7526C947EF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05494" y="2520462"/>
            <a:ext cx="4193444" cy="117230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3A365A0-5E72-42BB-3595-B6FAF727BD41}"/>
              </a:ext>
            </a:extLst>
          </p:cNvPr>
          <p:cNvSpPr txBox="1"/>
          <p:nvPr userDrawn="1"/>
        </p:nvSpPr>
        <p:spPr>
          <a:xfrm>
            <a:off x="4808628" y="5392615"/>
            <a:ext cx="2574744" cy="876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bg1"/>
                </a:solidFill>
                <a:latin typeface="Montserrat Medium" pitchFamily="2" charset="77"/>
              </a:rPr>
              <a:t>Discussion Materials</a:t>
            </a:r>
          </a:p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accent4"/>
                </a:solidFill>
                <a:latin typeface="Montserrat Medium" pitchFamily="2" charset="77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118237558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ight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DE307ACC-4B66-6043-04F8-ACA680A9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8879"/>
            <a:ext cx="12192000" cy="6858000"/>
          </a:xfrm>
          <a:prstGeom prst="rect">
            <a:avLst/>
          </a:prstGeom>
        </p:spPr>
      </p:pic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301823DD-6873-F6E9-00BE-3CAC6A373C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05494" y="2520462"/>
            <a:ext cx="4193445" cy="117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977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Light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DE307ACC-4B66-6043-04F8-ACA680A9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0B5311-668E-1E9A-E6B5-1AC12B114C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00550" y="2978150"/>
            <a:ext cx="33909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245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 Light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85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ark Gr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1C32EC14-F150-CA42-4C37-8D10FD3A16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3" name="Picture 12" descr="A green letter on a black background&#10;&#10;Description automatically generated">
            <a:extLst>
              <a:ext uri="{FF2B5EF4-FFF2-40B4-BE49-F238E27FC236}">
                <a16:creationId xmlns:a16="http://schemas.microsoft.com/office/drawing/2014/main" id="{71510E90-4B3E-D260-FCE1-7526C947EF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05494" y="2520462"/>
            <a:ext cx="4193444" cy="11723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6D1B6D-CB3C-9636-EC5D-D7188433669A}"/>
              </a:ext>
            </a:extLst>
          </p:cNvPr>
          <p:cNvSpPr txBox="1"/>
          <p:nvPr userDrawn="1"/>
        </p:nvSpPr>
        <p:spPr>
          <a:xfrm>
            <a:off x="4808628" y="5392615"/>
            <a:ext cx="2574744" cy="876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bg1"/>
                </a:solidFill>
                <a:latin typeface="Montserrat Medium" pitchFamily="2" charset="77"/>
              </a:rPr>
              <a:t>Discussion Materials</a:t>
            </a:r>
          </a:p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accent4"/>
                </a:solidFill>
                <a:latin typeface="Montserrat Medium" pitchFamily="2" charset="77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73511060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Oran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background with white lines&#10;&#10;Description automatically generated">
            <a:extLst>
              <a:ext uri="{FF2B5EF4-FFF2-40B4-BE49-F238E27FC236}">
                <a16:creationId xmlns:a16="http://schemas.microsoft.com/office/drawing/2014/main" id="{1908DF1E-3C20-4455-1352-DA5E1B3363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F7EE05A8-6A6A-149C-B228-EF71A7CD06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05494" y="2520462"/>
            <a:ext cx="4193445" cy="11723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1F8D44-69A1-C0CF-7FEC-8223A09D9CB5}"/>
              </a:ext>
            </a:extLst>
          </p:cNvPr>
          <p:cNvSpPr txBox="1"/>
          <p:nvPr userDrawn="1"/>
        </p:nvSpPr>
        <p:spPr>
          <a:xfrm>
            <a:off x="4808628" y="5392615"/>
            <a:ext cx="2574744" cy="876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bg1"/>
                </a:solidFill>
                <a:latin typeface="Montserrat Medium" pitchFamily="2" charset="77"/>
              </a:rPr>
              <a:t>Discussion Materials</a:t>
            </a:r>
          </a:p>
          <a:p>
            <a:pPr algn="ctr">
              <a:lnSpc>
                <a:spcPct val="150000"/>
              </a:lnSpc>
            </a:pPr>
            <a:r>
              <a:rPr lang="en-US" b="0" i="0" dirty="0">
                <a:solidFill>
                  <a:schemeClr val="accent4"/>
                </a:solidFill>
                <a:latin typeface="Montserrat Medium" pitchFamily="2" charset="77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248026751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288B661F-2FC3-606A-9F14-A083CD47EF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44" y="687433"/>
            <a:ext cx="1312985" cy="3419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38900"/>
            <a:ext cx="5264150" cy="2780200"/>
          </a:xfrm>
          <a:prstGeom prst="rect">
            <a:avLst/>
          </a:prstGeom>
        </p:spPr>
        <p:txBody>
          <a:bodyPr anchor="t"/>
          <a:lstStyle>
            <a:lvl1pPr algn="l">
              <a:defRPr sz="45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127398"/>
            <a:ext cx="5979258" cy="653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120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235" y="527260"/>
            <a:ext cx="5264150" cy="1390100"/>
          </a:xfrm>
          <a:prstGeom prst="rect">
            <a:avLst/>
          </a:prstGeom>
        </p:spPr>
        <p:txBody>
          <a:bodyPr anchor="t"/>
          <a:lstStyle>
            <a:lvl1pPr algn="l">
              <a:defRPr sz="4500" b="1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3235" y="2273510"/>
            <a:ext cx="5979258" cy="653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Sub-Header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461BA9-05EB-774D-5922-811FD3EBC4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73235" y="3375479"/>
            <a:ext cx="5979258" cy="653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chemeClr val="accent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E9853D0-8837-334E-265E-3CB1D1E36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83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ntr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BAECEF3-8A31-F0A0-41BB-2389A909F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36722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04" imgH="405" progId="TCLayout.ActiveDocument.1">
                  <p:embed/>
                </p:oleObj>
              </mc:Choice>
              <mc:Fallback>
                <p:oleObj name="think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BAECEF3-8A31-F0A0-41BB-2389A909F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589405"/>
            <a:ext cx="10944225" cy="42473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 algn="l">
              <a:defRPr sz="2400" b="1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3889" y="1073553"/>
            <a:ext cx="10944224" cy="341632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buNone/>
              <a:defRPr sz="1800" b="1" i="0">
                <a:solidFill>
                  <a:schemeClr val="accent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Sub-Header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461BA9-05EB-774D-5922-811FD3EBC4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23888" y="1884030"/>
            <a:ext cx="5979258" cy="653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chemeClr val="accent6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E9853D0-8837-334E-265E-3CB1D1E36E6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2613" y="6408536"/>
            <a:ext cx="774233" cy="201657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D62C8F83-405B-E651-AB8B-F53D6742D3A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1634788" y="6402739"/>
            <a:ext cx="501380" cy="2566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 b="1" i="0">
                <a:solidFill>
                  <a:schemeClr val="accent6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fld id="{211DE89C-C9D0-41D9-8FAD-7428859785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31173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640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4133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91" y="1635091"/>
            <a:ext cx="2754795" cy="1793909"/>
          </a:xfrm>
          <a:prstGeom prst="rect">
            <a:avLst/>
          </a:prstGeom>
        </p:spPr>
        <p:txBody>
          <a:bodyPr anchor="t"/>
          <a:lstStyle>
            <a:lvl1pPr algn="l">
              <a:defRPr sz="30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2691" y="3609581"/>
            <a:ext cx="2961623" cy="6533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Sub-Header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E3647-A91E-65F2-CD25-90C4F54F95E2}"/>
              </a:ext>
            </a:extLst>
          </p:cNvPr>
          <p:cNvSpPr/>
          <p:nvPr userDrawn="1"/>
        </p:nvSpPr>
        <p:spPr>
          <a:xfrm>
            <a:off x="3614057" y="0"/>
            <a:ext cx="857794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461BA9-05EB-774D-5922-811FD3EBC4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744319" y="599370"/>
            <a:ext cx="4842119" cy="5714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chemeClr val="tx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673971D4-63F8-0263-B29F-FB034BF53D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0" y="6431179"/>
            <a:ext cx="774011" cy="20160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2F5B501-F6E0-58AA-84E2-4FC86052964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1634788" y="6402739"/>
            <a:ext cx="501380" cy="2566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 b="1" i="0">
                <a:solidFill>
                  <a:schemeClr val="accent6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fld id="{211DE89C-C9D0-41D9-8FAD-7428859785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128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 P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F533B19-AB70-1F43-9C29-3FFF83DB6F1E}"/>
              </a:ext>
            </a:extLst>
          </p:cNvPr>
          <p:cNvSpPr txBox="1"/>
          <p:nvPr userDrawn="1"/>
        </p:nvSpPr>
        <p:spPr>
          <a:xfrm>
            <a:off x="4431122" y="2464481"/>
            <a:ext cx="3329759" cy="1116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0" i="0" dirty="0">
                <a:solidFill>
                  <a:schemeClr val="bg1"/>
                </a:solidFill>
                <a:latin typeface="Montserrat Medium" pitchFamily="2" charset="77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111677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dvisor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91" y="1635091"/>
            <a:ext cx="2754795" cy="1793909"/>
          </a:xfrm>
          <a:prstGeom prst="rect">
            <a:avLst/>
          </a:prstGeom>
        </p:spPr>
        <p:txBody>
          <a:bodyPr anchor="t"/>
          <a:lstStyle>
            <a:lvl1pPr algn="l">
              <a:defRPr sz="30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3CDF5-9C42-A6C4-8B90-2AB46059C0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2691" y="3609581"/>
            <a:ext cx="2961623" cy="6533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Sub-Header styles</a:t>
            </a:r>
          </a:p>
        </p:txBody>
      </p:sp>
      <p:pic>
        <p:nvPicPr>
          <p:cNvPr id="7" name="Picture 6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E9853D0-8837-334E-265E-3CB1D1E36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461BA9-05EB-774D-5922-811FD3EBC4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744319" y="599370"/>
            <a:ext cx="4842119" cy="5714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673971D4-63F8-0263-B29F-FB034BF53D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0" y="687433"/>
            <a:ext cx="1312985" cy="34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826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 Break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D749-C670-19A6-4EC4-3272BC78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4985" y="586870"/>
            <a:ext cx="4384919" cy="1793909"/>
          </a:xfrm>
          <a:prstGeom prst="rect">
            <a:avLst/>
          </a:prstGeom>
        </p:spPr>
        <p:txBody>
          <a:bodyPr anchor="t"/>
          <a:lstStyle>
            <a:lvl1pPr algn="l">
              <a:defRPr sz="4000"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9E9853D0-8837-334E-265E-3CB1D1E36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FE3647-A91E-65F2-CD25-90C4F54F95E2}"/>
              </a:ext>
            </a:extLst>
          </p:cNvPr>
          <p:cNvSpPr/>
          <p:nvPr userDrawn="1"/>
        </p:nvSpPr>
        <p:spPr>
          <a:xfrm>
            <a:off x="0" y="0"/>
            <a:ext cx="507609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EF0848B8-FFFD-0F4B-1E93-00C07B48FD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340" y="687433"/>
            <a:ext cx="1312985" cy="341982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E131CC4-E1FC-3BD4-676E-2A99E565BEE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7698" y="2631831"/>
            <a:ext cx="4842119" cy="6887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Montserrat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4035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0913-3C06-4355-D99E-A6FDB75A0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4475C-B5B5-B49F-20E1-766AC5399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Montserrat" pitchFamily="2" charset="77"/>
              </a:defRPr>
            </a:lvl1pPr>
            <a:lvl2pPr>
              <a:defRPr b="1" i="0">
                <a:latin typeface="Montserrat" pitchFamily="2" charset="77"/>
              </a:defRPr>
            </a:lvl2pPr>
            <a:lvl3pPr>
              <a:defRPr b="1" i="0">
                <a:latin typeface="Montserrat" pitchFamily="2" charset="77"/>
              </a:defRPr>
            </a:lvl3pPr>
            <a:lvl4pPr>
              <a:defRPr b="1" i="0">
                <a:latin typeface="Montserrat" pitchFamily="2" charset="77"/>
              </a:defRPr>
            </a:lvl4pPr>
            <a:lvl5pPr>
              <a:defRPr b="1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5592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5A63D-86DF-18CB-0EF8-6E00534FB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10CDF-23F4-32CD-75EB-5CA32029A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73111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4"/>
                </a:solidFill>
                <a:latin typeface="Montserrat SemiBold" pitchFamily="2" charset="77"/>
              </a:defRPr>
            </a:lvl1pPr>
            <a:lvl2pPr>
              <a:defRPr b="1" i="0">
                <a:latin typeface="Montserrat" pitchFamily="2" charset="77"/>
              </a:defRPr>
            </a:lvl2pPr>
            <a:lvl3pPr>
              <a:defRPr b="1" i="0">
                <a:latin typeface="Montserrat" pitchFamily="2" charset="77"/>
              </a:defRPr>
            </a:lvl3pPr>
            <a:lvl4pPr>
              <a:defRPr b="1" i="0">
                <a:latin typeface="Montserrat" pitchFamily="2" charset="77"/>
              </a:defRPr>
            </a:lvl4pPr>
            <a:lvl5pPr>
              <a:defRPr b="1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3F846-AACE-650A-4D35-586268C05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3111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4"/>
                </a:solidFill>
                <a:latin typeface="Montserrat SemiBold" pitchFamily="2" charset="77"/>
              </a:defRPr>
            </a:lvl1pPr>
            <a:lvl2pPr>
              <a:defRPr b="1" i="0">
                <a:latin typeface="Montserrat" pitchFamily="2" charset="77"/>
              </a:defRPr>
            </a:lvl2pPr>
            <a:lvl3pPr>
              <a:defRPr b="1" i="0">
                <a:latin typeface="Montserrat" pitchFamily="2" charset="77"/>
              </a:defRPr>
            </a:lvl3pPr>
            <a:lvl4pPr>
              <a:defRPr b="1" i="0">
                <a:latin typeface="Montserrat" pitchFamily="2" charset="77"/>
              </a:defRPr>
            </a:lvl4pPr>
            <a:lvl5pPr>
              <a:defRPr b="1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green letter on a black background&#10;&#10;Description automatically generated">
            <a:extLst>
              <a:ext uri="{FF2B5EF4-FFF2-40B4-BE49-F238E27FC236}">
                <a16:creationId xmlns:a16="http://schemas.microsoft.com/office/drawing/2014/main" id="{B5B4519B-342E-C75C-7A78-5D5518B5FD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5627"/>
            <a:ext cx="1371600" cy="35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03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2C068-F848-DB80-39CD-A192D4096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t"/>
          <a:lstStyle>
            <a:lvl1pPr>
              <a:defRPr sz="3200" b="1" i="0"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55C82-3930-9DFD-3708-D0C6C5C22A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457200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 b="1" i="0">
                <a:latin typeface="Montserrat" pitchFamily="2" charset="77"/>
              </a:defRPr>
            </a:lvl1pPr>
            <a:lvl2pPr>
              <a:defRPr sz="2800" b="1" i="0">
                <a:latin typeface="Montserrat" pitchFamily="2" charset="77"/>
              </a:defRPr>
            </a:lvl2pPr>
            <a:lvl3pPr>
              <a:defRPr sz="2400" b="1" i="0">
                <a:latin typeface="Montserrat" pitchFamily="2" charset="77"/>
              </a:defRPr>
            </a:lvl3pPr>
            <a:lvl4pPr>
              <a:defRPr sz="2000" b="1" i="0">
                <a:latin typeface="Montserrat" pitchFamily="2" charset="77"/>
              </a:defRPr>
            </a:lvl4pPr>
            <a:lvl5pPr>
              <a:defRPr sz="2000" b="1" i="0">
                <a:latin typeface="Montserrat" pitchFamily="2" charset="7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3DD86-4A0B-BCB6-8EB1-705944697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Montserrat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6009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tags" Target="../tags/tag2.xml"/><Relationship Id="rId17" Type="http://schemas.openxmlformats.org/officeDocument/2006/relationships/oleObject" Target="../embeddings/oleObject1.bin"/><Relationship Id="rId18" Type="http://schemas.openxmlformats.org/officeDocument/2006/relationships/image" Target="../media/image1.emf"/><Relationship Id="rId19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theme" Target="../theme/theme2.xml"/><Relationship Id="rId16" Type="http://schemas.openxmlformats.org/officeDocument/2006/relationships/tags" Target="../tags/tag4.xml"/><Relationship Id="rId17" Type="http://schemas.openxmlformats.org/officeDocument/2006/relationships/oleObject" Target="../embeddings/oleObject3.bin"/><Relationship Id="rId18" Type="http://schemas.openxmlformats.org/officeDocument/2006/relationships/image" Target="../media/image1.emf"/><Relationship Id="rId19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theme" Target="../theme/theme3.xml"/><Relationship Id="rId19" Type="http://schemas.openxmlformats.org/officeDocument/2006/relationships/tags" Target="../tags/tag6.xml"/><Relationship Id="rId20" Type="http://schemas.openxmlformats.org/officeDocument/2006/relationships/oleObject" Target="../embeddings/oleObject1.bin"/><Relationship Id="rId21" Type="http://schemas.openxmlformats.org/officeDocument/2006/relationships/image" Target="../media/image1.emf"/><Relationship Id="rId22" Type="http://schemas.openxmlformats.org/officeDocument/2006/relationships/image" Target="../media/image2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theme" Target="../theme/theme4.xml"/><Relationship Id="rId16" Type="http://schemas.openxmlformats.org/officeDocument/2006/relationships/tags" Target="../tags/tag8.xml"/><Relationship Id="rId17" Type="http://schemas.openxmlformats.org/officeDocument/2006/relationships/oleObject" Target="../embeddings/oleObject4.bin"/><Relationship Id="rId18" Type="http://schemas.openxmlformats.org/officeDocument/2006/relationships/image" Target="../media/image1.emf"/><Relationship Id="rId19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75.xml"/><Relationship Id="rId17" Type="http://schemas.openxmlformats.org/officeDocument/2006/relationships/theme" Target="../theme/theme5.xml"/><Relationship Id="rId18" Type="http://schemas.openxmlformats.org/officeDocument/2006/relationships/tags" Target="../tags/tag22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3F262D3-AD8F-249F-116D-38F399454404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2085575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7" imgW="404" imgH="405" progId="TCLayout.ActiveDocument.1">
                  <p:embed/>
                </p:oleObj>
              </mc:Choice>
              <mc:Fallback>
                <p:oleObj name="thinkcell Slide" r:id="rId17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F262D3-AD8F-249F-116D-38F399454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A blue and green gradient&#10;&#10;Description automatically generated">
            <a:extLst>
              <a:ext uri="{FF2B5EF4-FFF2-40B4-BE49-F238E27FC236}">
                <a16:creationId xmlns:a16="http://schemas.microsoft.com/office/drawing/2014/main" id="{29A42014-5B60-ADBC-F255-1A4FB3A132DC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" t="1722" r="1311" b="1722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65ADA-209D-AD2D-A291-56E8C3BB6BD1}"/>
              </a:ext>
            </a:extLst>
          </p:cNvPr>
          <p:cNvSpPr txBox="1">
            <a:spLocks/>
          </p:cNvSpPr>
          <p:nvPr userDrawn="1"/>
        </p:nvSpPr>
        <p:spPr>
          <a:xfrm>
            <a:off x="11634788" y="6402739"/>
            <a:ext cx="501380" cy="256674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b="1" i="0" kern="1200">
                <a:solidFill>
                  <a:schemeClr val="accent6"/>
                </a:solidFill>
                <a:latin typeface="Montserrat SemiBold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tx1">
                    <a:tint val="82000"/>
                  </a:schemeClr>
                </a:solidFill>
                <a:latin typeface="Montserrat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>
                    <a:tint val="82000"/>
                  </a:schemeClr>
                </a:solidFill>
                <a:latin typeface="Montserrat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tx1">
                    <a:tint val="82000"/>
                  </a:schemeClr>
                </a:solidFill>
                <a:latin typeface="Montserrat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tx1">
                    <a:tint val="82000"/>
                  </a:schemeClr>
                </a:solidFill>
                <a:latin typeface="Montserrat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fld id="{211DE89C-C9D0-41D9-8FAD-7428859785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144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0" r:id="rId3"/>
    <p:sldLayoutId id="2147483661" r:id="rId4"/>
    <p:sldLayoutId id="2147483651" r:id="rId5"/>
    <p:sldLayoutId id="2147483663" r:id="rId6"/>
    <p:sldLayoutId id="2147483668" r:id="rId7"/>
    <p:sldLayoutId id="2147483664" r:id="rId8"/>
    <p:sldLayoutId id="2147483667" r:id="rId9"/>
    <p:sldLayoutId id="2147483666" r:id="rId10"/>
    <p:sldLayoutId id="2147483665" r:id="rId11"/>
    <p:sldLayoutId id="2147483650" r:id="rId12"/>
    <p:sldLayoutId id="2147483652" r:id="rId13"/>
    <p:sldLayoutId id="214748365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3F262D3-AD8F-249F-116D-38F399454404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8862471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7" imgW="404" imgH="405" progId="TCLayout.ActiveDocument.1">
                  <p:embed/>
                </p:oleObj>
              </mc:Choice>
              <mc:Fallback>
                <p:oleObj name="thinkcell Slide" r:id="rId17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F262D3-AD8F-249F-116D-38F399454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A blue and green gradient&#10;&#10;Description automatically generated">
            <a:extLst>
              <a:ext uri="{FF2B5EF4-FFF2-40B4-BE49-F238E27FC236}">
                <a16:creationId xmlns:a16="http://schemas.microsoft.com/office/drawing/2014/main" id="{29A42014-5B60-ADBC-F255-1A4FB3A132DC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" t="1722" r="1311" b="1722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925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3F262D3-AD8F-249F-116D-38F3994544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085575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20" imgW="404" imgH="405" progId="TCLayout.ActiveDocument.1">
                  <p:embed/>
                </p:oleObj>
              </mc:Choice>
              <mc:Fallback>
                <p:oleObj name="thinkcell Slide" r:id="rId20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F262D3-AD8F-249F-116D-38F399454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A blue and green gradient&#10;&#10;Description automatically generated">
            <a:extLst>
              <a:ext uri="{FF2B5EF4-FFF2-40B4-BE49-F238E27FC236}">
                <a16:creationId xmlns:a16="http://schemas.microsoft.com/office/drawing/2014/main" id="{29A42014-5B60-ADBC-F255-1A4FB3A132DC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" t="1722" r="1311" b="1722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82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3F262D3-AD8F-249F-116D-38F399454404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66498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7" imgW="404" imgH="405" progId="TCLayout.ActiveDocument.1">
                  <p:embed/>
                </p:oleObj>
              </mc:Choice>
              <mc:Fallback>
                <p:oleObj name="thinkcell Slide" r:id="rId17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F262D3-AD8F-249F-116D-38F399454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A blue and green gradient&#10;&#10;Description automatically generated">
            <a:extLst>
              <a:ext uri="{FF2B5EF4-FFF2-40B4-BE49-F238E27FC236}">
                <a16:creationId xmlns:a16="http://schemas.microsoft.com/office/drawing/2014/main" id="{29A42014-5B60-ADBC-F255-1A4FB3A132DC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" t="1722" r="1311" b="1722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65ADA-209D-AD2D-A291-56E8C3BB6BD1}"/>
              </a:ext>
            </a:extLst>
          </p:cNvPr>
          <p:cNvSpPr txBox="1">
            <a:spLocks/>
          </p:cNvSpPr>
          <p:nvPr userDrawn="1"/>
        </p:nvSpPr>
        <p:spPr>
          <a:xfrm>
            <a:off x="11634788" y="6402739"/>
            <a:ext cx="501380" cy="256674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b="1" i="0" kern="1200">
                <a:solidFill>
                  <a:schemeClr val="accent6"/>
                </a:solidFill>
                <a:latin typeface="Montserrat SemiBold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tx1">
                    <a:tint val="82000"/>
                  </a:schemeClr>
                </a:solidFill>
                <a:latin typeface="Montserrat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>
                    <a:tint val="82000"/>
                  </a:schemeClr>
                </a:solidFill>
                <a:latin typeface="Montserrat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tx1">
                    <a:tint val="82000"/>
                  </a:schemeClr>
                </a:solidFill>
                <a:latin typeface="Montserrat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tx1">
                    <a:tint val="82000"/>
                  </a:schemeClr>
                </a:solidFill>
                <a:latin typeface="Montserrat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211DE89C-C9D0-41D9-8FAD-742885978541}" type="slidenum">
              <a:rPr lang="en-GB" smtClean="0"/>
              <a:pPr rtl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9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3F262D3-AD8F-249F-116D-38F3994544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38862471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9" imgW="404" imgH="405" progId="TCLayout.ActiveDocument.1">
                  <p:embed/>
                </p:oleObj>
              </mc:Choice>
              <mc:Fallback>
                <p:oleObj name="thinkcell Slide" r:id="rId19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F262D3-AD8F-249F-116D-38F399454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A blue and green gradient&#10;&#10;Description automatically generated">
            <a:extLst>
              <a:ext uri="{FF2B5EF4-FFF2-40B4-BE49-F238E27FC236}">
                <a16:creationId xmlns:a16="http://schemas.microsoft.com/office/drawing/2014/main" id="{29A42014-5B60-ADBC-F255-1A4FB3A132DC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" t="1722" r="1311" b="1722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68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764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3.97920511000000010071E+00&quot;&gt;&lt;m_msothmcolidx val=&quot;0&quot;/&gt;&lt;m_rgb r=&quot;08&quot; g=&quot;28&quot; b=&quot;A3&quot;/&gt;&lt;/elem&gt;&lt;elem m_fUsage=&quot;1.24659000000000008690E+00&quot;&gt;&lt;m_msothmcolidx val=&quot;0&quot;/&gt;&lt;m_rgb r=&quot;0F&quot; g=&quot;5A&quot; b=&quot;DC&quot;/&gt;&lt;/elem&gt;&lt;elem m_fUsage=&quot;9.00000000000000022204E-01&quot;&gt;&lt;m_msothmcolidx val=&quot;0&quot;/&gt;&lt;m_rgb r=&quot;6F&quot; g=&quot;A8&quot; b=&quot;DC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AQMEN COLORS">
      <a:dk1>
        <a:srgbClr val="020462"/>
      </a:dk1>
      <a:lt1>
        <a:srgbClr val="FEFFFF"/>
      </a:lt1>
      <a:dk2>
        <a:srgbClr val="302E2E"/>
      </a:dk2>
      <a:lt2>
        <a:srgbClr val="ADE8F3"/>
      </a:lt2>
      <a:accent1>
        <a:srgbClr val="03045E"/>
      </a:accent1>
      <a:accent2>
        <a:srgbClr val="ADE8F3"/>
      </a:accent2>
      <a:accent3>
        <a:srgbClr val="0728A3"/>
      </a:accent3>
      <a:accent4>
        <a:srgbClr val="00FF7F"/>
      </a:accent4>
      <a:accent5>
        <a:srgbClr val="F15928"/>
      </a:accent5>
      <a:accent6>
        <a:srgbClr val="302E2E"/>
      </a:accent6>
      <a:hlink>
        <a:srgbClr val="00FF7F"/>
      </a:hlink>
      <a:folHlink>
        <a:srgbClr val="0728A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AQMEN COLORS">
      <a:dk1>
        <a:srgbClr val="020462"/>
      </a:dk1>
      <a:lt1>
        <a:srgbClr val="FEFFFF"/>
      </a:lt1>
      <a:dk2>
        <a:srgbClr val="302E2E"/>
      </a:dk2>
      <a:lt2>
        <a:srgbClr val="ADE8F3"/>
      </a:lt2>
      <a:accent1>
        <a:srgbClr val="03045E"/>
      </a:accent1>
      <a:accent2>
        <a:srgbClr val="ADE8F3"/>
      </a:accent2>
      <a:accent3>
        <a:srgbClr val="0728A3"/>
      </a:accent3>
      <a:accent4>
        <a:srgbClr val="00FF7F"/>
      </a:accent4>
      <a:accent5>
        <a:srgbClr val="F15928"/>
      </a:accent5>
      <a:accent6>
        <a:srgbClr val="302E2E"/>
      </a:accent6>
      <a:hlink>
        <a:srgbClr val="00FF7F"/>
      </a:hlink>
      <a:folHlink>
        <a:srgbClr val="0728A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Office Theme">
  <a:themeElements>
    <a:clrScheme name="AQMEN COLORS">
      <a:dk1>
        <a:srgbClr val="020462"/>
      </a:dk1>
      <a:lt1>
        <a:srgbClr val="FEFFFF"/>
      </a:lt1>
      <a:dk2>
        <a:srgbClr val="302E2E"/>
      </a:dk2>
      <a:lt2>
        <a:srgbClr val="ADE8F3"/>
      </a:lt2>
      <a:accent1>
        <a:srgbClr val="03045E"/>
      </a:accent1>
      <a:accent2>
        <a:srgbClr val="ADE8F3"/>
      </a:accent2>
      <a:accent3>
        <a:srgbClr val="0728A3"/>
      </a:accent3>
      <a:accent4>
        <a:srgbClr val="00FF7F"/>
      </a:accent4>
      <a:accent5>
        <a:srgbClr val="F15928"/>
      </a:accent5>
      <a:accent6>
        <a:srgbClr val="302E2E"/>
      </a:accent6>
      <a:hlink>
        <a:srgbClr val="00FF7F"/>
      </a:hlink>
      <a:folHlink>
        <a:srgbClr val="0728A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Office Theme">
  <a:themeElements>
    <a:clrScheme name="AQMEN COLORS">
      <a:dk1>
        <a:srgbClr val="020462"/>
      </a:dk1>
      <a:lt1>
        <a:srgbClr val="FEFFFF"/>
      </a:lt1>
      <a:dk2>
        <a:srgbClr val="302E2E"/>
      </a:dk2>
      <a:lt2>
        <a:srgbClr val="ADE8F3"/>
      </a:lt2>
      <a:accent1>
        <a:srgbClr val="03045E"/>
      </a:accent1>
      <a:accent2>
        <a:srgbClr val="ADE8F3"/>
      </a:accent2>
      <a:accent3>
        <a:srgbClr val="0728A3"/>
      </a:accent3>
      <a:accent4>
        <a:srgbClr val="00FF7F"/>
      </a:accent4>
      <a:accent5>
        <a:srgbClr val="F15928"/>
      </a:accent5>
      <a:accent6>
        <a:srgbClr val="302E2E"/>
      </a:accent6>
      <a:hlink>
        <a:srgbClr val="00FF7F"/>
      </a:hlink>
      <a:folHlink>
        <a:srgbClr val="0728A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4_Office Theme">
  <a:themeElements>
    <a:clrScheme name="AQMEN COLORS">
      <a:dk1>
        <a:srgbClr val="020462"/>
      </a:dk1>
      <a:lt1>
        <a:srgbClr val="FEFFFF"/>
      </a:lt1>
      <a:dk2>
        <a:srgbClr val="302E2E"/>
      </a:dk2>
      <a:lt2>
        <a:srgbClr val="ADE8F3"/>
      </a:lt2>
      <a:accent1>
        <a:srgbClr val="03045E"/>
      </a:accent1>
      <a:accent2>
        <a:srgbClr val="ADE8F3"/>
      </a:accent2>
      <a:accent3>
        <a:srgbClr val="0728A3"/>
      </a:accent3>
      <a:accent4>
        <a:srgbClr val="00FF7F"/>
      </a:accent4>
      <a:accent5>
        <a:srgbClr val="F15928"/>
      </a:accent5>
      <a:accent6>
        <a:srgbClr val="302E2E"/>
      </a:accent6>
      <a:hlink>
        <a:srgbClr val="00FF7F"/>
      </a:hlink>
      <a:folHlink>
        <a:srgbClr val="0728A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C068096-FCE4-4F23-841F-8A80AEF03331}">
  <we:reference id="wa200010725" version="1.0.0.1" store="en-GB" storeType="OMEX"/>
  <we:alternateReferences>
    <we:reference id="WA200010725" version="1.0.0.1" store="" storeType="OMEX"/>
  </we:alternateReferences>
  <we:properties>
    <we:property name="claude.fileId" value="&quot;b70f49c5-b746-4497-994b-c59637777a0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70965</TotalTime>
  <Words>13791</Words>
  <Application>Microsoft Office PowerPoint</Application>
  <PresentationFormat>Widescreen</PresentationFormat>
  <Paragraphs>2417</Paragraphs>
  <Slides>51</Slides>
  <Notes>38</Notes>
  <HiddenSlides>6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3" baseType="lpstr">
      <vt:lpstr>Aptos</vt:lpstr>
      <vt:lpstr>Arial</vt:lpstr>
      <vt:lpstr>Montserrat</vt:lpstr>
      <vt:lpstr>Montserrat Medium</vt:lpstr>
      <vt:lpstr>Montserrat SemiBold</vt:lpstr>
      <vt:lpstr>Segoe UI</vt:lpstr>
      <vt:lpstr>Office Theme</vt:lpstr>
      <vt:lpstr>1_Office Theme</vt:lpstr>
      <vt:lpstr>2_Office Theme</vt:lpstr>
      <vt:lpstr>3_Office Theme</vt:lpstr>
      <vt:lpstr>4_Office Theme</vt:lpstr>
      <vt:lpstr>thinkcell Slide</vt:lpstr>
      <vt:lpstr>PowerPoint Presentation</vt:lpstr>
      <vt:lpstr>Disclaimer and additional clarifications</vt:lpstr>
      <vt:lpstr>EXECUTIVE SUMMARY</vt:lpstr>
      <vt:lpstr>Agenda</vt:lpstr>
      <vt:lpstr>The UK wealth market converts household wealth into revenue through capture rates and channel economics </vt:lpstr>
      <vt:lpstr>£4.3tn of addressable wealth supports a £2.1tn serviced market and a £15.4bn revenue pool </vt:lpstr>
      <vt:lpstr>Agenda</vt:lpstr>
      <vt:lpstr>Property and Defined Benefit pensions put three-quarters of UK household wealth beyond reach</vt:lpstr>
      <vt:lpstr>Households aged 45+ hold ~85% of GB addressable wealth, with half held by the 45–64 cohort</vt:lpstr>
      <vt:lpstr>Five structural trends support addressable-wealth growth, yet savings pressure and decumulation constrain the outlook</vt:lpstr>
      <vt:lpstr>Addressable wealth is forecast to moderate to 4.5% growth after strong pension-led expansion</vt:lpstr>
      <vt:lpstr>Meridian’s core bands contain £2.4tn of addressable wealth, with £1.3tn still unmanaged</vt:lpstr>
      <vt:lpstr>Agenda</vt:lpstr>
      <vt:lpstr>Methodology: Official data anchors addressable wealth, while capture and channel inputs require calibration</vt:lpstr>
      <vt:lpstr>Half the revenue pool sits with the over-65s, and £4.7bn of it inside Meridian's core bands</vt:lpstr>
      <vt:lpstr>Advisers take 82% of mass-affluent revenue; above £5m the market belongs to private banks</vt:lpstr>
      <vt:lpstr>Trends impacting the UK wealth management market are expected to put strong downward pressure on price</vt:lpstr>
      <vt:lpstr>Mass-affluent revenue represents ~60% of the pool and is growing above market at 5.4% p.a.</vt:lpstr>
      <vt:lpstr>Advised mass affluent over 45 is £7.2bn of the £15.4bn UK revenue pool, and takes +£1.6bn of the £3.1bn added by 2030</vt:lpstr>
      <vt:lpstr>Agenda</vt:lpstr>
      <vt:lpstr>Meridian’s eight growth channels have been grouped into four categories for assessment</vt:lpstr>
      <vt:lpstr>Excluding M&amp;A, Adviser recruitment represents the largest contributor to 2030 revenue and EBITDA</vt:lpstr>
      <vt:lpstr>M&amp;A growth depends primarily on acquisition execution, which has not been directly assessed</vt:lpstr>
      <vt:lpstr>The business plan has assumptions that run across all growth channels</vt:lpstr>
      <vt:lpstr>Advisory fee has an outsized impact on Meridian’s business plan</vt:lpstr>
      <vt:lpstr>Assessment of key assumptions implies that the business plan is slightly optimistic</vt:lpstr>
      <vt:lpstr>1. Meridian’s AuA growth plan seems realistic, with potential market upside offsetting an optimistic net-flow recovery</vt:lpstr>
      <vt:lpstr>2. Recruitment plan deemed highly optimistic as it needs 2.9x the historical hiring rate and a shift from 59% to 100% retention</vt:lpstr>
      <vt:lpstr>3. Fund penetration deemed realistic, though the 55% target applies to today's book and the group reaches 47%</vt:lpstr>
      <vt:lpstr>4. Meridian's advisory fee appears defensible through FY28, with increasing uncertainty thereafter</vt:lpstr>
      <vt:lpstr>5. Fund fees are deemed optimistic given current market dynamics and the Company’s track record</vt:lpstr>
      <vt:lpstr>Agenda</vt:lpstr>
      <vt:lpstr>Otto’s founding team provides a frontline view of AI-led disruption in wealth management</vt:lpstr>
      <vt:lpstr>1. The Market: Next three to five years </vt:lpstr>
      <vt:lpstr>2. The Price: ~180bps all-in, £5k a year on £300k</vt:lpstr>
      <vt:lpstr>3. Technology: where AI actually changes the economics</vt:lpstr>
      <vt:lpstr>4. Downturns: what mass-affluent clients do</vt:lpstr>
      <vt:lpstr>5. The US: what has no UK equivalent yet</vt:lpstr>
      <vt:lpstr>Agenda</vt:lpstr>
      <vt:lpstr>Fund penetration and fees are material business-plan drivers, so we independently tested the supporting vendor diligence claims</vt:lpstr>
      <vt:lpstr>1. Vendor diligence suggests Meridian’s competitive fund pricing supports penetration, while performance is broadly in line with peers</vt:lpstr>
      <vt:lpstr>1. Meridian’s funds generated positive returns, but most underperformed their respective benchmarks</vt:lpstr>
      <vt:lpstr>2. Quilter and SJP are the closest listed comparables for testing Meridian’s advisory fee assumptions</vt:lpstr>
      <vt:lpstr>3. Public peers show broadly stable implied yields, providing directional support for a flat advisory fee assumption</vt:lpstr>
      <vt:lpstr>PowerPoint Presentation</vt:lpstr>
      <vt:lpstr>Backup</vt:lpstr>
      <vt:lpstr>Advisor fees</vt:lpstr>
      <vt:lpstr>Deep Dive: What does Otto ..</vt:lpstr>
      <vt:lpstr>ARR from Consulting firms is expected to reach $1.3m by 2027</vt:lpstr>
      <vt:lpstr>As part of Aqmen’s roadmap, Lio will be assess Business Plans through market, competition and company’s track record / focus</vt:lpstr>
      <vt:lpstr>Given Aqmen’s is an early stage start up, such analysis is not representative and has been included only for illustrative purposes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Martinez</dc:creator>
  <cp:lastModifiedBy>Miguel Casares</cp:lastModifiedBy>
  <cp:revision>223</cp:revision>
  <cp:lastPrinted>2025-02-16T16:54:07Z</cp:lastPrinted>
  <dcterms:created xsi:type="dcterms:W3CDTF">2024-10-04T19:12:15Z</dcterms:created>
  <dcterms:modified xsi:type="dcterms:W3CDTF">2026-09-16T09:42:06Z</dcterms:modified>
</cp:coreProperties>
</file>